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3" d="100"/>
          <a:sy n="73" d="100"/>
        </p:scale>
        <p:origin x="1070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5B5F27-1B07-45F4-9E6D-2E46848240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A5CFA78-94C5-4883-B97F-4E10D6B43FC2}">
      <dgm:prSet/>
      <dgm:spPr/>
      <dgm:t>
        <a:bodyPr/>
        <a:lstStyle/>
        <a:p>
          <a:pPr>
            <a:defRPr cap="all"/>
          </a:pPr>
          <a:r>
            <a:rPr lang="es-EC" b="0" i="0" baseline="0"/>
            <a:t>Docker es una plataforma para ejecutar aplicaciones en contenedores</a:t>
          </a:r>
          <a:endParaRPr lang="en-US"/>
        </a:p>
      </dgm:t>
    </dgm:pt>
    <dgm:pt modelId="{7CA94126-7AB3-4D65-ABF2-E15355451496}" type="parTrans" cxnId="{31E17C45-9DB0-4F3C-87AC-19B1AB81A92C}">
      <dgm:prSet/>
      <dgm:spPr/>
      <dgm:t>
        <a:bodyPr/>
        <a:lstStyle/>
        <a:p>
          <a:endParaRPr lang="en-US"/>
        </a:p>
      </dgm:t>
    </dgm:pt>
    <dgm:pt modelId="{401BD2DA-581B-4E35-A9CE-71EAF6965549}" type="sibTrans" cxnId="{31E17C45-9DB0-4F3C-87AC-19B1AB81A92C}">
      <dgm:prSet/>
      <dgm:spPr/>
      <dgm:t>
        <a:bodyPr/>
        <a:lstStyle/>
        <a:p>
          <a:endParaRPr lang="en-US"/>
        </a:p>
      </dgm:t>
    </dgm:pt>
    <dgm:pt modelId="{D1EDEBFA-A655-4A69-AB94-948B1835A61F}">
      <dgm:prSet/>
      <dgm:spPr/>
      <dgm:t>
        <a:bodyPr/>
        <a:lstStyle/>
        <a:p>
          <a:pPr>
            <a:defRPr cap="all"/>
          </a:pPr>
          <a:r>
            <a:rPr lang="es-EC" b="0" i="0" baseline="0"/>
            <a:t>Permite empaquetar una aplicación con todo lo que necesita para funcionar</a:t>
          </a:r>
          <a:endParaRPr lang="en-US"/>
        </a:p>
      </dgm:t>
    </dgm:pt>
    <dgm:pt modelId="{B8CFA38D-C041-47ED-AD1C-67BB3942B769}" type="parTrans" cxnId="{A19DCDFB-EDA9-4671-8982-C95624D7460F}">
      <dgm:prSet/>
      <dgm:spPr/>
      <dgm:t>
        <a:bodyPr/>
        <a:lstStyle/>
        <a:p>
          <a:endParaRPr lang="en-US"/>
        </a:p>
      </dgm:t>
    </dgm:pt>
    <dgm:pt modelId="{6ACB779F-D53A-4CF2-A23B-73684CBC7F89}" type="sibTrans" cxnId="{A19DCDFB-EDA9-4671-8982-C95624D7460F}">
      <dgm:prSet/>
      <dgm:spPr/>
      <dgm:t>
        <a:bodyPr/>
        <a:lstStyle/>
        <a:p>
          <a:endParaRPr lang="en-US"/>
        </a:p>
      </dgm:t>
    </dgm:pt>
    <dgm:pt modelId="{FA52D398-E629-445B-BAE3-ED552253AC79}">
      <dgm:prSet/>
      <dgm:spPr/>
      <dgm:t>
        <a:bodyPr/>
        <a:lstStyle/>
        <a:p>
          <a:pPr>
            <a:defRPr cap="all"/>
          </a:pPr>
          <a:r>
            <a:rPr lang="es-EC" b="0" i="0" baseline="0"/>
            <a:t>Garantiza que la aplicación se ejecute igual en cualquier entorno</a:t>
          </a:r>
          <a:endParaRPr lang="en-US"/>
        </a:p>
      </dgm:t>
    </dgm:pt>
    <dgm:pt modelId="{50D291D0-5185-43B0-8269-261693865D5E}" type="parTrans" cxnId="{26129119-CB25-4489-8AF5-04AEF2ABAC71}">
      <dgm:prSet/>
      <dgm:spPr/>
      <dgm:t>
        <a:bodyPr/>
        <a:lstStyle/>
        <a:p>
          <a:endParaRPr lang="en-US"/>
        </a:p>
      </dgm:t>
    </dgm:pt>
    <dgm:pt modelId="{E076714C-2468-4926-92D4-9F9578AA6507}" type="sibTrans" cxnId="{26129119-CB25-4489-8AF5-04AEF2ABAC71}">
      <dgm:prSet/>
      <dgm:spPr/>
      <dgm:t>
        <a:bodyPr/>
        <a:lstStyle/>
        <a:p>
          <a:endParaRPr lang="en-US"/>
        </a:p>
      </dgm:t>
    </dgm:pt>
    <dgm:pt modelId="{64B42F5E-6873-45C6-84EA-F2360106186E}" type="pres">
      <dgm:prSet presAssocID="{505B5F27-1B07-45F4-9E6D-2E468482402B}" presName="root" presStyleCnt="0">
        <dgm:presLayoutVars>
          <dgm:dir/>
          <dgm:resizeHandles val="exact"/>
        </dgm:presLayoutVars>
      </dgm:prSet>
      <dgm:spPr/>
    </dgm:pt>
    <dgm:pt modelId="{5C72C85F-1CB6-443B-A492-41DD5F20E9A5}" type="pres">
      <dgm:prSet presAssocID="{FA5CFA78-94C5-4883-B97F-4E10D6B43FC2}" presName="compNode" presStyleCnt="0"/>
      <dgm:spPr/>
    </dgm:pt>
    <dgm:pt modelId="{4E2FEDFC-F01D-4AB4-9033-99BD308EB85C}" type="pres">
      <dgm:prSet presAssocID="{FA5CFA78-94C5-4883-B97F-4E10D6B43FC2}" presName="iconBgRect" presStyleLbl="bgShp" presStyleIdx="0" presStyleCnt="3"/>
      <dgm:spPr/>
    </dgm:pt>
    <dgm:pt modelId="{EB16FEBD-1B90-4F11-A214-87376CFBD98A}" type="pres">
      <dgm:prSet presAssocID="{FA5CFA78-94C5-4883-B97F-4E10D6B43FC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C26F3EBA-31B5-42D0-874F-59CA84F15D85}" type="pres">
      <dgm:prSet presAssocID="{FA5CFA78-94C5-4883-B97F-4E10D6B43FC2}" presName="spaceRect" presStyleCnt="0"/>
      <dgm:spPr/>
    </dgm:pt>
    <dgm:pt modelId="{517A0E24-4BBB-4E14-A608-7036307938D4}" type="pres">
      <dgm:prSet presAssocID="{FA5CFA78-94C5-4883-B97F-4E10D6B43FC2}" presName="textRect" presStyleLbl="revTx" presStyleIdx="0" presStyleCnt="3">
        <dgm:presLayoutVars>
          <dgm:chMax val="1"/>
          <dgm:chPref val="1"/>
        </dgm:presLayoutVars>
      </dgm:prSet>
      <dgm:spPr/>
    </dgm:pt>
    <dgm:pt modelId="{F00AB4AF-8BDA-447F-BEB3-DC8A1D7D2336}" type="pres">
      <dgm:prSet presAssocID="{401BD2DA-581B-4E35-A9CE-71EAF6965549}" presName="sibTrans" presStyleCnt="0"/>
      <dgm:spPr/>
    </dgm:pt>
    <dgm:pt modelId="{82D57B83-1A48-4793-B24E-8D35C00B4990}" type="pres">
      <dgm:prSet presAssocID="{D1EDEBFA-A655-4A69-AB94-948B1835A61F}" presName="compNode" presStyleCnt="0"/>
      <dgm:spPr/>
    </dgm:pt>
    <dgm:pt modelId="{AC448EE1-347B-49FB-99D0-2333BB950373}" type="pres">
      <dgm:prSet presAssocID="{D1EDEBFA-A655-4A69-AB94-948B1835A61F}" presName="iconBgRect" presStyleLbl="bgShp" presStyleIdx="1" presStyleCnt="3"/>
      <dgm:spPr/>
    </dgm:pt>
    <dgm:pt modelId="{8DB7C4CC-0357-4685-BE5A-4F5E83C2E89C}" type="pres">
      <dgm:prSet presAssocID="{D1EDEBFA-A655-4A69-AB94-948B1835A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F8D678B9-3C0A-4228-895F-E7F5F02E66DA}" type="pres">
      <dgm:prSet presAssocID="{D1EDEBFA-A655-4A69-AB94-948B1835A61F}" presName="spaceRect" presStyleCnt="0"/>
      <dgm:spPr/>
    </dgm:pt>
    <dgm:pt modelId="{08A7804D-9E99-44B6-B2CD-C146ABEF4443}" type="pres">
      <dgm:prSet presAssocID="{D1EDEBFA-A655-4A69-AB94-948B1835A61F}" presName="textRect" presStyleLbl="revTx" presStyleIdx="1" presStyleCnt="3">
        <dgm:presLayoutVars>
          <dgm:chMax val="1"/>
          <dgm:chPref val="1"/>
        </dgm:presLayoutVars>
      </dgm:prSet>
      <dgm:spPr/>
    </dgm:pt>
    <dgm:pt modelId="{E28AF73C-7FD2-48BD-9F41-10219EF5B738}" type="pres">
      <dgm:prSet presAssocID="{6ACB779F-D53A-4CF2-A23B-73684CBC7F89}" presName="sibTrans" presStyleCnt="0"/>
      <dgm:spPr/>
    </dgm:pt>
    <dgm:pt modelId="{DA084858-22A6-4DBC-B6F4-B3385FFCCE18}" type="pres">
      <dgm:prSet presAssocID="{FA52D398-E629-445B-BAE3-ED552253AC79}" presName="compNode" presStyleCnt="0"/>
      <dgm:spPr/>
    </dgm:pt>
    <dgm:pt modelId="{E58C8A2A-5665-449C-AA13-5A44092B7402}" type="pres">
      <dgm:prSet presAssocID="{FA52D398-E629-445B-BAE3-ED552253AC79}" presName="iconBgRect" presStyleLbl="bgShp" presStyleIdx="2" presStyleCnt="3"/>
      <dgm:spPr/>
    </dgm:pt>
    <dgm:pt modelId="{A87B5E54-2C7C-4AEC-B618-867EAB075597}" type="pres">
      <dgm:prSet presAssocID="{FA52D398-E629-445B-BAE3-ED552253AC7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2CF7DB3-C698-4153-82B8-71C9167BB8C8}" type="pres">
      <dgm:prSet presAssocID="{FA52D398-E629-445B-BAE3-ED552253AC79}" presName="spaceRect" presStyleCnt="0"/>
      <dgm:spPr/>
    </dgm:pt>
    <dgm:pt modelId="{C3642B89-69EC-44BD-A70D-81CFD68FC295}" type="pres">
      <dgm:prSet presAssocID="{FA52D398-E629-445B-BAE3-ED552253AC7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A603305-0A34-404B-8F3A-4369BB47D495}" type="presOf" srcId="{FA52D398-E629-445B-BAE3-ED552253AC79}" destId="{C3642B89-69EC-44BD-A70D-81CFD68FC295}" srcOrd="0" destOrd="0" presId="urn:microsoft.com/office/officeart/2018/5/layout/IconCircleLabelList"/>
    <dgm:cxn modelId="{26129119-CB25-4489-8AF5-04AEF2ABAC71}" srcId="{505B5F27-1B07-45F4-9E6D-2E468482402B}" destId="{FA52D398-E629-445B-BAE3-ED552253AC79}" srcOrd="2" destOrd="0" parTransId="{50D291D0-5185-43B0-8269-261693865D5E}" sibTransId="{E076714C-2468-4926-92D4-9F9578AA6507}"/>
    <dgm:cxn modelId="{D2471A5D-5D3C-4234-AC35-4AA297E32570}" type="presOf" srcId="{FA5CFA78-94C5-4883-B97F-4E10D6B43FC2}" destId="{517A0E24-4BBB-4E14-A608-7036307938D4}" srcOrd="0" destOrd="0" presId="urn:microsoft.com/office/officeart/2018/5/layout/IconCircleLabelList"/>
    <dgm:cxn modelId="{31E17C45-9DB0-4F3C-87AC-19B1AB81A92C}" srcId="{505B5F27-1B07-45F4-9E6D-2E468482402B}" destId="{FA5CFA78-94C5-4883-B97F-4E10D6B43FC2}" srcOrd="0" destOrd="0" parTransId="{7CA94126-7AB3-4D65-ABF2-E15355451496}" sibTransId="{401BD2DA-581B-4E35-A9CE-71EAF6965549}"/>
    <dgm:cxn modelId="{7CBFBEC8-33FE-4287-A0EF-EA9CB90008D6}" type="presOf" srcId="{505B5F27-1B07-45F4-9E6D-2E468482402B}" destId="{64B42F5E-6873-45C6-84EA-F2360106186E}" srcOrd="0" destOrd="0" presId="urn:microsoft.com/office/officeart/2018/5/layout/IconCircleLabelList"/>
    <dgm:cxn modelId="{662622FA-ABC7-40C8-B6CE-E6D6B4CA09EE}" type="presOf" srcId="{D1EDEBFA-A655-4A69-AB94-948B1835A61F}" destId="{08A7804D-9E99-44B6-B2CD-C146ABEF4443}" srcOrd="0" destOrd="0" presId="urn:microsoft.com/office/officeart/2018/5/layout/IconCircleLabelList"/>
    <dgm:cxn modelId="{A19DCDFB-EDA9-4671-8982-C95624D7460F}" srcId="{505B5F27-1B07-45F4-9E6D-2E468482402B}" destId="{D1EDEBFA-A655-4A69-AB94-948B1835A61F}" srcOrd="1" destOrd="0" parTransId="{B8CFA38D-C041-47ED-AD1C-67BB3942B769}" sibTransId="{6ACB779F-D53A-4CF2-A23B-73684CBC7F89}"/>
    <dgm:cxn modelId="{3B54B88E-3970-45C5-A5C0-B20CDAEC5DBD}" type="presParOf" srcId="{64B42F5E-6873-45C6-84EA-F2360106186E}" destId="{5C72C85F-1CB6-443B-A492-41DD5F20E9A5}" srcOrd="0" destOrd="0" presId="urn:microsoft.com/office/officeart/2018/5/layout/IconCircleLabelList"/>
    <dgm:cxn modelId="{D59AFB44-5365-48F1-87B3-A12B1B082A52}" type="presParOf" srcId="{5C72C85F-1CB6-443B-A492-41DD5F20E9A5}" destId="{4E2FEDFC-F01D-4AB4-9033-99BD308EB85C}" srcOrd="0" destOrd="0" presId="urn:microsoft.com/office/officeart/2018/5/layout/IconCircleLabelList"/>
    <dgm:cxn modelId="{9852F70C-037C-4DE8-A62B-B23D5770162F}" type="presParOf" srcId="{5C72C85F-1CB6-443B-A492-41DD5F20E9A5}" destId="{EB16FEBD-1B90-4F11-A214-87376CFBD98A}" srcOrd="1" destOrd="0" presId="urn:microsoft.com/office/officeart/2018/5/layout/IconCircleLabelList"/>
    <dgm:cxn modelId="{1C99C951-5F7C-4847-B5CF-16FA7C74C3BC}" type="presParOf" srcId="{5C72C85F-1CB6-443B-A492-41DD5F20E9A5}" destId="{C26F3EBA-31B5-42D0-874F-59CA84F15D85}" srcOrd="2" destOrd="0" presId="urn:microsoft.com/office/officeart/2018/5/layout/IconCircleLabelList"/>
    <dgm:cxn modelId="{12E13F02-306A-4B46-976C-524083375CF6}" type="presParOf" srcId="{5C72C85F-1CB6-443B-A492-41DD5F20E9A5}" destId="{517A0E24-4BBB-4E14-A608-7036307938D4}" srcOrd="3" destOrd="0" presId="urn:microsoft.com/office/officeart/2018/5/layout/IconCircleLabelList"/>
    <dgm:cxn modelId="{8333FAF6-1A87-4784-8E3D-DED51B07A39B}" type="presParOf" srcId="{64B42F5E-6873-45C6-84EA-F2360106186E}" destId="{F00AB4AF-8BDA-447F-BEB3-DC8A1D7D2336}" srcOrd="1" destOrd="0" presId="urn:microsoft.com/office/officeart/2018/5/layout/IconCircleLabelList"/>
    <dgm:cxn modelId="{D7ED487A-513E-4E46-B77A-7AC819DE2934}" type="presParOf" srcId="{64B42F5E-6873-45C6-84EA-F2360106186E}" destId="{82D57B83-1A48-4793-B24E-8D35C00B4990}" srcOrd="2" destOrd="0" presId="urn:microsoft.com/office/officeart/2018/5/layout/IconCircleLabelList"/>
    <dgm:cxn modelId="{5DCD436C-1E5A-4BFA-8B03-B4E37427E5FB}" type="presParOf" srcId="{82D57B83-1A48-4793-B24E-8D35C00B4990}" destId="{AC448EE1-347B-49FB-99D0-2333BB950373}" srcOrd="0" destOrd="0" presId="urn:microsoft.com/office/officeart/2018/5/layout/IconCircleLabelList"/>
    <dgm:cxn modelId="{33D451EE-A780-461E-A9FF-C587CF4F4B49}" type="presParOf" srcId="{82D57B83-1A48-4793-B24E-8D35C00B4990}" destId="{8DB7C4CC-0357-4685-BE5A-4F5E83C2E89C}" srcOrd="1" destOrd="0" presId="urn:microsoft.com/office/officeart/2018/5/layout/IconCircleLabelList"/>
    <dgm:cxn modelId="{05365A1F-4A74-4876-A919-D329539DDB54}" type="presParOf" srcId="{82D57B83-1A48-4793-B24E-8D35C00B4990}" destId="{F8D678B9-3C0A-4228-895F-E7F5F02E66DA}" srcOrd="2" destOrd="0" presId="urn:microsoft.com/office/officeart/2018/5/layout/IconCircleLabelList"/>
    <dgm:cxn modelId="{09D0FA6D-080B-4BC4-8D11-93AFFB5939DA}" type="presParOf" srcId="{82D57B83-1A48-4793-B24E-8D35C00B4990}" destId="{08A7804D-9E99-44B6-B2CD-C146ABEF4443}" srcOrd="3" destOrd="0" presId="urn:microsoft.com/office/officeart/2018/5/layout/IconCircleLabelList"/>
    <dgm:cxn modelId="{23083C59-0EFD-4113-9C08-33EFFA4A00AB}" type="presParOf" srcId="{64B42F5E-6873-45C6-84EA-F2360106186E}" destId="{E28AF73C-7FD2-48BD-9F41-10219EF5B738}" srcOrd="3" destOrd="0" presId="urn:microsoft.com/office/officeart/2018/5/layout/IconCircleLabelList"/>
    <dgm:cxn modelId="{4A06A9D9-7E22-4F5D-A9EB-5C96F0CC49C7}" type="presParOf" srcId="{64B42F5E-6873-45C6-84EA-F2360106186E}" destId="{DA084858-22A6-4DBC-B6F4-B3385FFCCE18}" srcOrd="4" destOrd="0" presId="urn:microsoft.com/office/officeart/2018/5/layout/IconCircleLabelList"/>
    <dgm:cxn modelId="{38086134-DE03-4B4F-BB6D-C50A1B521E87}" type="presParOf" srcId="{DA084858-22A6-4DBC-B6F4-B3385FFCCE18}" destId="{E58C8A2A-5665-449C-AA13-5A44092B7402}" srcOrd="0" destOrd="0" presId="urn:microsoft.com/office/officeart/2018/5/layout/IconCircleLabelList"/>
    <dgm:cxn modelId="{363EC6BA-3700-4EDC-BE51-1A5B32CAAA5B}" type="presParOf" srcId="{DA084858-22A6-4DBC-B6F4-B3385FFCCE18}" destId="{A87B5E54-2C7C-4AEC-B618-867EAB075597}" srcOrd="1" destOrd="0" presId="urn:microsoft.com/office/officeart/2018/5/layout/IconCircleLabelList"/>
    <dgm:cxn modelId="{2149E9AD-A98D-402A-9963-48579C0B23F6}" type="presParOf" srcId="{DA084858-22A6-4DBC-B6F4-B3385FFCCE18}" destId="{C2CF7DB3-C698-4153-82B8-71C9167BB8C8}" srcOrd="2" destOrd="0" presId="urn:microsoft.com/office/officeart/2018/5/layout/IconCircleLabelList"/>
    <dgm:cxn modelId="{A405E446-E331-4E38-B993-707E95DC49A8}" type="presParOf" srcId="{DA084858-22A6-4DBC-B6F4-B3385FFCCE18}" destId="{C3642B89-69EC-44BD-A70D-81CFD68FC29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953E0F-E177-4355-8C33-11CE5B05D2C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C93D651-A269-41DB-9F38-8187E321D3DE}">
      <dgm:prSet/>
      <dgm:spPr/>
      <dgm:t>
        <a:bodyPr/>
        <a:lstStyle/>
        <a:p>
          <a:r>
            <a:rPr lang="es-EC" b="0" i="0" baseline="0"/>
            <a:t>Diferentes sistemas operativos (Windows, Linux, Mac)</a:t>
          </a:r>
          <a:endParaRPr lang="en-US"/>
        </a:p>
      </dgm:t>
    </dgm:pt>
    <dgm:pt modelId="{7FDEB38D-380C-4E5F-8DE8-60B4FE0B78CD}" type="parTrans" cxnId="{0BB40828-9F28-4EB7-B6AC-753E79644322}">
      <dgm:prSet/>
      <dgm:spPr/>
      <dgm:t>
        <a:bodyPr/>
        <a:lstStyle/>
        <a:p>
          <a:endParaRPr lang="en-US"/>
        </a:p>
      </dgm:t>
    </dgm:pt>
    <dgm:pt modelId="{EFBD88C7-C8D0-4842-964C-EEC99D52B7E1}" type="sibTrans" cxnId="{0BB40828-9F28-4EB7-B6AC-753E79644322}">
      <dgm:prSet/>
      <dgm:spPr/>
      <dgm:t>
        <a:bodyPr/>
        <a:lstStyle/>
        <a:p>
          <a:endParaRPr lang="en-US"/>
        </a:p>
      </dgm:t>
    </dgm:pt>
    <dgm:pt modelId="{9A26E0C6-7A22-43BF-B534-9C726D06CCD5}">
      <dgm:prSet/>
      <dgm:spPr/>
      <dgm:t>
        <a:bodyPr/>
        <a:lstStyle/>
        <a:p>
          <a:r>
            <a:rPr lang="es-EC" b="0" i="0" baseline="0"/>
            <a:t>Diferentes versiones de software</a:t>
          </a:r>
          <a:endParaRPr lang="en-US"/>
        </a:p>
      </dgm:t>
    </dgm:pt>
    <dgm:pt modelId="{843B4EE2-6573-4435-AC0D-63CB17BCDF07}" type="parTrans" cxnId="{70A9C3C1-B3CB-4147-A95E-59E5ED565187}">
      <dgm:prSet/>
      <dgm:spPr/>
      <dgm:t>
        <a:bodyPr/>
        <a:lstStyle/>
        <a:p>
          <a:endParaRPr lang="en-US"/>
        </a:p>
      </dgm:t>
    </dgm:pt>
    <dgm:pt modelId="{53E186F0-1B29-47B9-96DB-BA95F086ADB5}" type="sibTrans" cxnId="{70A9C3C1-B3CB-4147-A95E-59E5ED565187}">
      <dgm:prSet/>
      <dgm:spPr/>
      <dgm:t>
        <a:bodyPr/>
        <a:lstStyle/>
        <a:p>
          <a:endParaRPr lang="en-US"/>
        </a:p>
      </dgm:t>
    </dgm:pt>
    <dgm:pt modelId="{9BDF9747-FEA3-44A0-AE69-06C22E0D952D}">
      <dgm:prSet/>
      <dgm:spPr/>
      <dgm:t>
        <a:bodyPr/>
        <a:lstStyle/>
        <a:p>
          <a:r>
            <a:rPr lang="es-EC" b="0" i="0" baseline="0"/>
            <a:t>Instalaciones manuales y errores de configuración</a:t>
          </a:r>
          <a:endParaRPr lang="en-US"/>
        </a:p>
      </dgm:t>
    </dgm:pt>
    <dgm:pt modelId="{A375E1CA-8D37-4666-A8A9-CC6D9CC5C46A}" type="parTrans" cxnId="{95E83E8B-9A34-47FD-958F-43883DD0A3C1}">
      <dgm:prSet/>
      <dgm:spPr/>
      <dgm:t>
        <a:bodyPr/>
        <a:lstStyle/>
        <a:p>
          <a:endParaRPr lang="en-US"/>
        </a:p>
      </dgm:t>
    </dgm:pt>
    <dgm:pt modelId="{049EBF38-74E2-4047-BA68-4137005DFD94}" type="sibTrans" cxnId="{95E83E8B-9A34-47FD-958F-43883DD0A3C1}">
      <dgm:prSet/>
      <dgm:spPr/>
      <dgm:t>
        <a:bodyPr/>
        <a:lstStyle/>
        <a:p>
          <a:endParaRPr lang="en-US"/>
        </a:p>
      </dgm:t>
    </dgm:pt>
    <dgm:pt modelId="{8B5994DC-5088-44DE-BB5F-B51F8FC10034}" type="pres">
      <dgm:prSet presAssocID="{3D953E0F-E177-4355-8C33-11CE5B05D2C9}" presName="root" presStyleCnt="0">
        <dgm:presLayoutVars>
          <dgm:dir/>
          <dgm:resizeHandles val="exact"/>
        </dgm:presLayoutVars>
      </dgm:prSet>
      <dgm:spPr/>
    </dgm:pt>
    <dgm:pt modelId="{1C91E4FD-1F5E-4384-B40E-F7CA8DB0DE7B}" type="pres">
      <dgm:prSet presAssocID="{7C93D651-A269-41DB-9F38-8187E321D3DE}" presName="compNode" presStyleCnt="0"/>
      <dgm:spPr/>
    </dgm:pt>
    <dgm:pt modelId="{4E0762C0-9ACE-4CC8-9406-41F3FF58EB38}" type="pres">
      <dgm:prSet presAssocID="{7C93D651-A269-41DB-9F38-8187E321D3DE}" presName="bgRect" presStyleLbl="bgShp" presStyleIdx="0" presStyleCnt="3"/>
      <dgm:spPr/>
    </dgm:pt>
    <dgm:pt modelId="{36762FE1-5080-4C65-B610-9EA15DFC1737}" type="pres">
      <dgm:prSet presAssocID="{7C93D651-A269-41DB-9F38-8187E321D3D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79822302-7046-448F-9DAC-EBAC2FA7F875}" type="pres">
      <dgm:prSet presAssocID="{7C93D651-A269-41DB-9F38-8187E321D3DE}" presName="spaceRect" presStyleCnt="0"/>
      <dgm:spPr/>
    </dgm:pt>
    <dgm:pt modelId="{460D593B-6A61-4BA8-AA2F-509073158A12}" type="pres">
      <dgm:prSet presAssocID="{7C93D651-A269-41DB-9F38-8187E321D3DE}" presName="parTx" presStyleLbl="revTx" presStyleIdx="0" presStyleCnt="3">
        <dgm:presLayoutVars>
          <dgm:chMax val="0"/>
          <dgm:chPref val="0"/>
        </dgm:presLayoutVars>
      </dgm:prSet>
      <dgm:spPr/>
    </dgm:pt>
    <dgm:pt modelId="{BB6C684C-CB1B-4B4B-A5FB-47FF6AF6C0DA}" type="pres">
      <dgm:prSet presAssocID="{EFBD88C7-C8D0-4842-964C-EEC99D52B7E1}" presName="sibTrans" presStyleCnt="0"/>
      <dgm:spPr/>
    </dgm:pt>
    <dgm:pt modelId="{51EACD04-EC54-4EE2-A7BC-1FE272DF2DB8}" type="pres">
      <dgm:prSet presAssocID="{9A26E0C6-7A22-43BF-B534-9C726D06CCD5}" presName="compNode" presStyleCnt="0"/>
      <dgm:spPr/>
    </dgm:pt>
    <dgm:pt modelId="{BC32AEA9-F573-4C6B-8DDA-A6B609BD31CE}" type="pres">
      <dgm:prSet presAssocID="{9A26E0C6-7A22-43BF-B534-9C726D06CCD5}" presName="bgRect" presStyleLbl="bgShp" presStyleIdx="1" presStyleCnt="3"/>
      <dgm:spPr/>
    </dgm:pt>
    <dgm:pt modelId="{30C282A1-7B40-4E95-8531-D7D50A7DE86B}" type="pres">
      <dgm:prSet presAssocID="{9A26E0C6-7A22-43BF-B534-9C726D06CCD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B4EA3E02-6211-437C-AF93-93304E8D8A7D}" type="pres">
      <dgm:prSet presAssocID="{9A26E0C6-7A22-43BF-B534-9C726D06CCD5}" presName="spaceRect" presStyleCnt="0"/>
      <dgm:spPr/>
    </dgm:pt>
    <dgm:pt modelId="{2C5F1652-1262-4EE1-9E0B-FAA45EA323E3}" type="pres">
      <dgm:prSet presAssocID="{9A26E0C6-7A22-43BF-B534-9C726D06CCD5}" presName="parTx" presStyleLbl="revTx" presStyleIdx="1" presStyleCnt="3">
        <dgm:presLayoutVars>
          <dgm:chMax val="0"/>
          <dgm:chPref val="0"/>
        </dgm:presLayoutVars>
      </dgm:prSet>
      <dgm:spPr/>
    </dgm:pt>
    <dgm:pt modelId="{2C3FE862-1211-4ECD-BDB2-590F9A8CA47F}" type="pres">
      <dgm:prSet presAssocID="{53E186F0-1B29-47B9-96DB-BA95F086ADB5}" presName="sibTrans" presStyleCnt="0"/>
      <dgm:spPr/>
    </dgm:pt>
    <dgm:pt modelId="{B794C3DB-E654-40F6-BC2B-79CBA7A50BC5}" type="pres">
      <dgm:prSet presAssocID="{9BDF9747-FEA3-44A0-AE69-06C22E0D952D}" presName="compNode" presStyleCnt="0"/>
      <dgm:spPr/>
    </dgm:pt>
    <dgm:pt modelId="{C118D927-437B-4EDD-8B8F-8DDB6A08C8E4}" type="pres">
      <dgm:prSet presAssocID="{9BDF9747-FEA3-44A0-AE69-06C22E0D952D}" presName="bgRect" presStyleLbl="bgShp" presStyleIdx="2" presStyleCnt="3"/>
      <dgm:spPr/>
    </dgm:pt>
    <dgm:pt modelId="{BA2227C7-A02B-4F92-8404-9D546866A612}" type="pres">
      <dgm:prSet presAssocID="{9BDF9747-FEA3-44A0-AE69-06C22E0D95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62208E98-C8D9-4E65-8A64-BB90B8D48F7C}" type="pres">
      <dgm:prSet presAssocID="{9BDF9747-FEA3-44A0-AE69-06C22E0D952D}" presName="spaceRect" presStyleCnt="0"/>
      <dgm:spPr/>
    </dgm:pt>
    <dgm:pt modelId="{7F0BC5FA-91D8-402B-AC38-5980725104E6}" type="pres">
      <dgm:prSet presAssocID="{9BDF9747-FEA3-44A0-AE69-06C22E0D952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9208111-CF12-490F-9FAC-5D43236AB94A}" type="presOf" srcId="{9A26E0C6-7A22-43BF-B534-9C726D06CCD5}" destId="{2C5F1652-1262-4EE1-9E0B-FAA45EA323E3}" srcOrd="0" destOrd="0" presId="urn:microsoft.com/office/officeart/2018/2/layout/IconVerticalSolidList"/>
    <dgm:cxn modelId="{69D89824-5990-478B-8822-7CFF28609EF1}" type="presOf" srcId="{7C93D651-A269-41DB-9F38-8187E321D3DE}" destId="{460D593B-6A61-4BA8-AA2F-509073158A12}" srcOrd="0" destOrd="0" presId="urn:microsoft.com/office/officeart/2018/2/layout/IconVerticalSolidList"/>
    <dgm:cxn modelId="{0BB40828-9F28-4EB7-B6AC-753E79644322}" srcId="{3D953E0F-E177-4355-8C33-11CE5B05D2C9}" destId="{7C93D651-A269-41DB-9F38-8187E321D3DE}" srcOrd="0" destOrd="0" parTransId="{7FDEB38D-380C-4E5F-8DE8-60B4FE0B78CD}" sibTransId="{EFBD88C7-C8D0-4842-964C-EEC99D52B7E1}"/>
    <dgm:cxn modelId="{F19ED670-8163-42FE-B98B-82586652BD9C}" type="presOf" srcId="{3D953E0F-E177-4355-8C33-11CE5B05D2C9}" destId="{8B5994DC-5088-44DE-BB5F-B51F8FC10034}" srcOrd="0" destOrd="0" presId="urn:microsoft.com/office/officeart/2018/2/layout/IconVerticalSolidList"/>
    <dgm:cxn modelId="{95E83E8B-9A34-47FD-958F-43883DD0A3C1}" srcId="{3D953E0F-E177-4355-8C33-11CE5B05D2C9}" destId="{9BDF9747-FEA3-44A0-AE69-06C22E0D952D}" srcOrd="2" destOrd="0" parTransId="{A375E1CA-8D37-4666-A8A9-CC6D9CC5C46A}" sibTransId="{049EBF38-74E2-4047-BA68-4137005DFD94}"/>
    <dgm:cxn modelId="{70A9C3C1-B3CB-4147-A95E-59E5ED565187}" srcId="{3D953E0F-E177-4355-8C33-11CE5B05D2C9}" destId="{9A26E0C6-7A22-43BF-B534-9C726D06CCD5}" srcOrd="1" destOrd="0" parTransId="{843B4EE2-6573-4435-AC0D-63CB17BCDF07}" sibTransId="{53E186F0-1B29-47B9-96DB-BA95F086ADB5}"/>
    <dgm:cxn modelId="{C5FBDFF6-A3C7-4CCC-971C-E4D1ABCD6C9D}" type="presOf" srcId="{9BDF9747-FEA3-44A0-AE69-06C22E0D952D}" destId="{7F0BC5FA-91D8-402B-AC38-5980725104E6}" srcOrd="0" destOrd="0" presId="urn:microsoft.com/office/officeart/2018/2/layout/IconVerticalSolidList"/>
    <dgm:cxn modelId="{8005ED5C-9792-4890-95B3-96060086DDA9}" type="presParOf" srcId="{8B5994DC-5088-44DE-BB5F-B51F8FC10034}" destId="{1C91E4FD-1F5E-4384-B40E-F7CA8DB0DE7B}" srcOrd="0" destOrd="0" presId="urn:microsoft.com/office/officeart/2018/2/layout/IconVerticalSolidList"/>
    <dgm:cxn modelId="{61DDBEFA-335A-4FDE-BC84-0FD748CF84FE}" type="presParOf" srcId="{1C91E4FD-1F5E-4384-B40E-F7CA8DB0DE7B}" destId="{4E0762C0-9ACE-4CC8-9406-41F3FF58EB38}" srcOrd="0" destOrd="0" presId="urn:microsoft.com/office/officeart/2018/2/layout/IconVerticalSolidList"/>
    <dgm:cxn modelId="{F914A57A-16DD-4EF7-9D29-51A75DE168FA}" type="presParOf" srcId="{1C91E4FD-1F5E-4384-B40E-F7CA8DB0DE7B}" destId="{36762FE1-5080-4C65-B610-9EA15DFC1737}" srcOrd="1" destOrd="0" presId="urn:microsoft.com/office/officeart/2018/2/layout/IconVerticalSolidList"/>
    <dgm:cxn modelId="{532CD397-F488-4D15-B44C-02BFCF42B051}" type="presParOf" srcId="{1C91E4FD-1F5E-4384-B40E-F7CA8DB0DE7B}" destId="{79822302-7046-448F-9DAC-EBAC2FA7F875}" srcOrd="2" destOrd="0" presId="urn:microsoft.com/office/officeart/2018/2/layout/IconVerticalSolidList"/>
    <dgm:cxn modelId="{304ED636-30A0-4ED4-9967-BD81971B9260}" type="presParOf" srcId="{1C91E4FD-1F5E-4384-B40E-F7CA8DB0DE7B}" destId="{460D593B-6A61-4BA8-AA2F-509073158A12}" srcOrd="3" destOrd="0" presId="urn:microsoft.com/office/officeart/2018/2/layout/IconVerticalSolidList"/>
    <dgm:cxn modelId="{27C89B13-27A1-440B-97A2-5DC9FB0B5D75}" type="presParOf" srcId="{8B5994DC-5088-44DE-BB5F-B51F8FC10034}" destId="{BB6C684C-CB1B-4B4B-A5FB-47FF6AF6C0DA}" srcOrd="1" destOrd="0" presId="urn:microsoft.com/office/officeart/2018/2/layout/IconVerticalSolidList"/>
    <dgm:cxn modelId="{5EABD837-5B6E-4F22-923C-5219EDA3CCA3}" type="presParOf" srcId="{8B5994DC-5088-44DE-BB5F-B51F8FC10034}" destId="{51EACD04-EC54-4EE2-A7BC-1FE272DF2DB8}" srcOrd="2" destOrd="0" presId="urn:microsoft.com/office/officeart/2018/2/layout/IconVerticalSolidList"/>
    <dgm:cxn modelId="{7924739F-5AB9-4FB3-BEA3-D4E825BD0219}" type="presParOf" srcId="{51EACD04-EC54-4EE2-A7BC-1FE272DF2DB8}" destId="{BC32AEA9-F573-4C6B-8DDA-A6B609BD31CE}" srcOrd="0" destOrd="0" presId="urn:microsoft.com/office/officeart/2018/2/layout/IconVerticalSolidList"/>
    <dgm:cxn modelId="{42808960-565A-4B95-BEF7-F4AF7A7A859A}" type="presParOf" srcId="{51EACD04-EC54-4EE2-A7BC-1FE272DF2DB8}" destId="{30C282A1-7B40-4E95-8531-D7D50A7DE86B}" srcOrd="1" destOrd="0" presId="urn:microsoft.com/office/officeart/2018/2/layout/IconVerticalSolidList"/>
    <dgm:cxn modelId="{49CC7C2F-B487-48E8-B398-0A068016E196}" type="presParOf" srcId="{51EACD04-EC54-4EE2-A7BC-1FE272DF2DB8}" destId="{B4EA3E02-6211-437C-AF93-93304E8D8A7D}" srcOrd="2" destOrd="0" presId="urn:microsoft.com/office/officeart/2018/2/layout/IconVerticalSolidList"/>
    <dgm:cxn modelId="{2DA0C71A-C759-4441-9A49-C2CE202220BF}" type="presParOf" srcId="{51EACD04-EC54-4EE2-A7BC-1FE272DF2DB8}" destId="{2C5F1652-1262-4EE1-9E0B-FAA45EA323E3}" srcOrd="3" destOrd="0" presId="urn:microsoft.com/office/officeart/2018/2/layout/IconVerticalSolidList"/>
    <dgm:cxn modelId="{8ACA8ADF-0D07-46EC-B15A-6DCBC8CDADFE}" type="presParOf" srcId="{8B5994DC-5088-44DE-BB5F-B51F8FC10034}" destId="{2C3FE862-1211-4ECD-BDB2-590F9A8CA47F}" srcOrd="3" destOrd="0" presId="urn:microsoft.com/office/officeart/2018/2/layout/IconVerticalSolidList"/>
    <dgm:cxn modelId="{3FFD24D4-7638-462F-A554-8380D45B1C84}" type="presParOf" srcId="{8B5994DC-5088-44DE-BB5F-B51F8FC10034}" destId="{B794C3DB-E654-40F6-BC2B-79CBA7A50BC5}" srcOrd="4" destOrd="0" presId="urn:microsoft.com/office/officeart/2018/2/layout/IconVerticalSolidList"/>
    <dgm:cxn modelId="{D8425BA4-9A62-4E99-8C1C-5692AF34F935}" type="presParOf" srcId="{B794C3DB-E654-40F6-BC2B-79CBA7A50BC5}" destId="{C118D927-437B-4EDD-8B8F-8DDB6A08C8E4}" srcOrd="0" destOrd="0" presId="urn:microsoft.com/office/officeart/2018/2/layout/IconVerticalSolidList"/>
    <dgm:cxn modelId="{18DCC3D6-28B2-46F8-884D-AB03FFD3EB8C}" type="presParOf" srcId="{B794C3DB-E654-40F6-BC2B-79CBA7A50BC5}" destId="{BA2227C7-A02B-4F92-8404-9D546866A612}" srcOrd="1" destOrd="0" presId="urn:microsoft.com/office/officeart/2018/2/layout/IconVerticalSolidList"/>
    <dgm:cxn modelId="{F3188C74-169F-434F-A2EA-A5FDE45EC4A4}" type="presParOf" srcId="{B794C3DB-E654-40F6-BC2B-79CBA7A50BC5}" destId="{62208E98-C8D9-4E65-8A64-BB90B8D48F7C}" srcOrd="2" destOrd="0" presId="urn:microsoft.com/office/officeart/2018/2/layout/IconVerticalSolidList"/>
    <dgm:cxn modelId="{199346A2-0461-404E-A25A-53B3CC5BC01D}" type="presParOf" srcId="{B794C3DB-E654-40F6-BC2B-79CBA7A50BC5}" destId="{7F0BC5FA-91D8-402B-AC38-5980725104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7FF0CF-E837-4B76-80FE-48258C07972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EF2DD7E-3E0C-428D-AD5B-47A2FB76D2BB}">
      <dgm:prSet/>
      <dgm:spPr/>
      <dgm:t>
        <a:bodyPr/>
        <a:lstStyle/>
        <a:p>
          <a:r>
            <a:rPr lang="es-MX"/>
            <a:t>Una imagen es un paquete listo para usar</a:t>
          </a:r>
          <a:endParaRPr lang="en-US"/>
        </a:p>
      </dgm:t>
    </dgm:pt>
    <dgm:pt modelId="{AC3C70BC-C843-4295-B35F-BBFDADA4AB7F}" type="parTrans" cxnId="{E9ECCE5D-81DE-4422-9AC3-C3267E76DAD2}">
      <dgm:prSet/>
      <dgm:spPr/>
      <dgm:t>
        <a:bodyPr/>
        <a:lstStyle/>
        <a:p>
          <a:endParaRPr lang="en-US"/>
        </a:p>
      </dgm:t>
    </dgm:pt>
    <dgm:pt modelId="{F346FCB8-247E-48B7-851F-D638D3B17E59}" type="sibTrans" cxnId="{E9ECCE5D-81DE-4422-9AC3-C3267E76DAD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AB33061-6DC6-490C-A77B-D75FD0C75994}">
      <dgm:prSet/>
      <dgm:spPr/>
      <dgm:t>
        <a:bodyPr/>
        <a:lstStyle/>
        <a:p>
          <a:r>
            <a:rPr lang="es-MX"/>
            <a:t>Contiene el sistema base y el software necesario</a:t>
          </a:r>
          <a:endParaRPr lang="en-US"/>
        </a:p>
      </dgm:t>
    </dgm:pt>
    <dgm:pt modelId="{F0BC2609-83BB-4B56-B883-CD19F9814376}" type="parTrans" cxnId="{E1A0FC47-277D-488E-8798-45580A807EB6}">
      <dgm:prSet/>
      <dgm:spPr/>
      <dgm:t>
        <a:bodyPr/>
        <a:lstStyle/>
        <a:p>
          <a:endParaRPr lang="en-US"/>
        </a:p>
      </dgm:t>
    </dgm:pt>
    <dgm:pt modelId="{834FC1D3-3CBF-4624-B348-9DE8DCAB7151}" type="sibTrans" cxnId="{E1A0FC47-277D-488E-8798-45580A807EB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C7AAC88-28FD-4049-AC5E-F2FD46FEBC7B}">
      <dgm:prSet/>
      <dgm:spPr/>
      <dgm:t>
        <a:bodyPr/>
        <a:lstStyle/>
        <a:p>
          <a:r>
            <a:rPr lang="es-MX"/>
            <a:t>Sirve como base para crear contenedores</a:t>
          </a:r>
          <a:endParaRPr lang="en-US"/>
        </a:p>
      </dgm:t>
    </dgm:pt>
    <dgm:pt modelId="{2AE1A41F-5029-4E51-9749-2018CE989BC6}" type="parTrans" cxnId="{6819BEA9-79F4-45EA-B5C2-AB147FFF2006}">
      <dgm:prSet/>
      <dgm:spPr/>
      <dgm:t>
        <a:bodyPr/>
        <a:lstStyle/>
        <a:p>
          <a:endParaRPr lang="en-US"/>
        </a:p>
      </dgm:t>
    </dgm:pt>
    <dgm:pt modelId="{DBF5AE34-9C76-41E0-8D55-C680EAAE8668}" type="sibTrans" cxnId="{6819BEA9-79F4-45EA-B5C2-AB147FFF200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20E7261-07FA-4305-BF29-58C6ABF726C7}" type="pres">
      <dgm:prSet presAssocID="{CF7FF0CF-E837-4B76-80FE-48258C079725}" presName="Name0" presStyleCnt="0">
        <dgm:presLayoutVars>
          <dgm:animLvl val="lvl"/>
          <dgm:resizeHandles val="exact"/>
        </dgm:presLayoutVars>
      </dgm:prSet>
      <dgm:spPr/>
    </dgm:pt>
    <dgm:pt modelId="{5C731568-DE97-4CBC-821C-51939F40F89A}" type="pres">
      <dgm:prSet presAssocID="{3EF2DD7E-3E0C-428D-AD5B-47A2FB76D2BB}" presName="compositeNode" presStyleCnt="0">
        <dgm:presLayoutVars>
          <dgm:bulletEnabled val="1"/>
        </dgm:presLayoutVars>
      </dgm:prSet>
      <dgm:spPr/>
    </dgm:pt>
    <dgm:pt modelId="{9740DC80-6B1B-4AC6-AE6A-85B1258198EB}" type="pres">
      <dgm:prSet presAssocID="{3EF2DD7E-3E0C-428D-AD5B-47A2FB76D2BB}" presName="bgRect" presStyleLbl="bgAccFollowNode1" presStyleIdx="0" presStyleCnt="3"/>
      <dgm:spPr/>
    </dgm:pt>
    <dgm:pt modelId="{93D93EEB-7F51-4EBB-A376-465DDB47C74B}" type="pres">
      <dgm:prSet presAssocID="{F346FCB8-247E-48B7-851F-D638D3B17E59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612B3396-4B10-49C0-9165-365641818796}" type="pres">
      <dgm:prSet presAssocID="{3EF2DD7E-3E0C-428D-AD5B-47A2FB76D2BB}" presName="bottomLine" presStyleLbl="alignNode1" presStyleIdx="1" presStyleCnt="6">
        <dgm:presLayoutVars/>
      </dgm:prSet>
      <dgm:spPr/>
    </dgm:pt>
    <dgm:pt modelId="{3EDB40D0-9686-4A39-8869-AC17003DDA00}" type="pres">
      <dgm:prSet presAssocID="{3EF2DD7E-3E0C-428D-AD5B-47A2FB76D2BB}" presName="nodeText" presStyleLbl="bgAccFollowNode1" presStyleIdx="0" presStyleCnt="3">
        <dgm:presLayoutVars>
          <dgm:bulletEnabled val="1"/>
        </dgm:presLayoutVars>
      </dgm:prSet>
      <dgm:spPr/>
    </dgm:pt>
    <dgm:pt modelId="{1A3105F4-02E3-427C-B055-15F995F52B9F}" type="pres">
      <dgm:prSet presAssocID="{F346FCB8-247E-48B7-851F-D638D3B17E59}" presName="sibTrans" presStyleCnt="0"/>
      <dgm:spPr/>
    </dgm:pt>
    <dgm:pt modelId="{E49A83A6-BEFA-4FEE-BE23-E5385DCDF9B0}" type="pres">
      <dgm:prSet presAssocID="{4AB33061-6DC6-490C-A77B-D75FD0C75994}" presName="compositeNode" presStyleCnt="0">
        <dgm:presLayoutVars>
          <dgm:bulletEnabled val="1"/>
        </dgm:presLayoutVars>
      </dgm:prSet>
      <dgm:spPr/>
    </dgm:pt>
    <dgm:pt modelId="{4C557BF6-1FB7-43BC-9354-F6744390F40F}" type="pres">
      <dgm:prSet presAssocID="{4AB33061-6DC6-490C-A77B-D75FD0C75994}" presName="bgRect" presStyleLbl="bgAccFollowNode1" presStyleIdx="1" presStyleCnt="3"/>
      <dgm:spPr/>
    </dgm:pt>
    <dgm:pt modelId="{740D0048-D752-47C3-94E4-C614290678A9}" type="pres">
      <dgm:prSet presAssocID="{834FC1D3-3CBF-4624-B348-9DE8DCAB7151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CF56F328-4CC6-4ABF-AF8D-381BB7198E74}" type="pres">
      <dgm:prSet presAssocID="{4AB33061-6DC6-490C-A77B-D75FD0C75994}" presName="bottomLine" presStyleLbl="alignNode1" presStyleIdx="3" presStyleCnt="6">
        <dgm:presLayoutVars/>
      </dgm:prSet>
      <dgm:spPr/>
    </dgm:pt>
    <dgm:pt modelId="{8C4587B3-F55F-41B2-87C0-7BEEC79390BB}" type="pres">
      <dgm:prSet presAssocID="{4AB33061-6DC6-490C-A77B-D75FD0C75994}" presName="nodeText" presStyleLbl="bgAccFollowNode1" presStyleIdx="1" presStyleCnt="3">
        <dgm:presLayoutVars>
          <dgm:bulletEnabled val="1"/>
        </dgm:presLayoutVars>
      </dgm:prSet>
      <dgm:spPr/>
    </dgm:pt>
    <dgm:pt modelId="{009C8C2C-57C8-4C1A-B0B7-1D1F6614111A}" type="pres">
      <dgm:prSet presAssocID="{834FC1D3-3CBF-4624-B348-9DE8DCAB7151}" presName="sibTrans" presStyleCnt="0"/>
      <dgm:spPr/>
    </dgm:pt>
    <dgm:pt modelId="{EA445109-7BB7-4BD5-9BBF-4D6E6A0C3E86}" type="pres">
      <dgm:prSet presAssocID="{AC7AAC88-28FD-4049-AC5E-F2FD46FEBC7B}" presName="compositeNode" presStyleCnt="0">
        <dgm:presLayoutVars>
          <dgm:bulletEnabled val="1"/>
        </dgm:presLayoutVars>
      </dgm:prSet>
      <dgm:spPr/>
    </dgm:pt>
    <dgm:pt modelId="{924114C8-59F9-4B62-8AA6-3CB13E642DBA}" type="pres">
      <dgm:prSet presAssocID="{AC7AAC88-28FD-4049-AC5E-F2FD46FEBC7B}" presName="bgRect" presStyleLbl="bgAccFollowNode1" presStyleIdx="2" presStyleCnt="3"/>
      <dgm:spPr/>
    </dgm:pt>
    <dgm:pt modelId="{D84B0FDD-0939-47CA-93A8-9D2986A975C4}" type="pres">
      <dgm:prSet presAssocID="{DBF5AE34-9C76-41E0-8D55-C680EAAE8668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4219D893-B30D-4DC7-A1FC-DC894ACB6441}" type="pres">
      <dgm:prSet presAssocID="{AC7AAC88-28FD-4049-AC5E-F2FD46FEBC7B}" presName="bottomLine" presStyleLbl="alignNode1" presStyleIdx="5" presStyleCnt="6">
        <dgm:presLayoutVars/>
      </dgm:prSet>
      <dgm:spPr/>
    </dgm:pt>
    <dgm:pt modelId="{1E1D31BB-1B8F-4286-AE47-A5368C27F229}" type="pres">
      <dgm:prSet presAssocID="{AC7AAC88-28FD-4049-AC5E-F2FD46FEBC7B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FB5D1B06-B8CF-4FAB-B2A5-C50F9DCD7C62}" type="presOf" srcId="{DBF5AE34-9C76-41E0-8D55-C680EAAE8668}" destId="{D84B0FDD-0939-47CA-93A8-9D2986A975C4}" srcOrd="0" destOrd="0" presId="urn:microsoft.com/office/officeart/2016/7/layout/BasicLinearProcessNumbered"/>
    <dgm:cxn modelId="{E462B831-690F-418E-8891-2628174EE8BF}" type="presOf" srcId="{834FC1D3-3CBF-4624-B348-9DE8DCAB7151}" destId="{740D0048-D752-47C3-94E4-C614290678A9}" srcOrd="0" destOrd="0" presId="urn:microsoft.com/office/officeart/2016/7/layout/BasicLinearProcessNumbered"/>
    <dgm:cxn modelId="{E9ECCE5D-81DE-4422-9AC3-C3267E76DAD2}" srcId="{CF7FF0CF-E837-4B76-80FE-48258C079725}" destId="{3EF2DD7E-3E0C-428D-AD5B-47A2FB76D2BB}" srcOrd="0" destOrd="0" parTransId="{AC3C70BC-C843-4295-B35F-BBFDADA4AB7F}" sibTransId="{F346FCB8-247E-48B7-851F-D638D3B17E59}"/>
    <dgm:cxn modelId="{D9F10841-9C08-45D2-8B1F-AE1D1F44F734}" type="presOf" srcId="{AC7AAC88-28FD-4049-AC5E-F2FD46FEBC7B}" destId="{1E1D31BB-1B8F-4286-AE47-A5368C27F229}" srcOrd="1" destOrd="0" presId="urn:microsoft.com/office/officeart/2016/7/layout/BasicLinearProcessNumbered"/>
    <dgm:cxn modelId="{E1A0FC47-277D-488E-8798-45580A807EB6}" srcId="{CF7FF0CF-E837-4B76-80FE-48258C079725}" destId="{4AB33061-6DC6-490C-A77B-D75FD0C75994}" srcOrd="1" destOrd="0" parTransId="{F0BC2609-83BB-4B56-B883-CD19F9814376}" sibTransId="{834FC1D3-3CBF-4624-B348-9DE8DCAB7151}"/>
    <dgm:cxn modelId="{6DF5529B-2013-4F24-9F38-BF88733305B1}" type="presOf" srcId="{AC7AAC88-28FD-4049-AC5E-F2FD46FEBC7B}" destId="{924114C8-59F9-4B62-8AA6-3CB13E642DBA}" srcOrd="0" destOrd="0" presId="urn:microsoft.com/office/officeart/2016/7/layout/BasicLinearProcessNumbered"/>
    <dgm:cxn modelId="{85F110A8-AE32-4188-933E-A556D531C3FA}" type="presOf" srcId="{3EF2DD7E-3E0C-428D-AD5B-47A2FB76D2BB}" destId="{9740DC80-6B1B-4AC6-AE6A-85B1258198EB}" srcOrd="0" destOrd="0" presId="urn:microsoft.com/office/officeart/2016/7/layout/BasicLinearProcessNumbered"/>
    <dgm:cxn modelId="{6819BEA9-79F4-45EA-B5C2-AB147FFF2006}" srcId="{CF7FF0CF-E837-4B76-80FE-48258C079725}" destId="{AC7AAC88-28FD-4049-AC5E-F2FD46FEBC7B}" srcOrd="2" destOrd="0" parTransId="{2AE1A41F-5029-4E51-9749-2018CE989BC6}" sibTransId="{DBF5AE34-9C76-41E0-8D55-C680EAAE8668}"/>
    <dgm:cxn modelId="{A22BF9BA-8D13-4A09-A2EF-FC1B8ABC0BF3}" type="presOf" srcId="{3EF2DD7E-3E0C-428D-AD5B-47A2FB76D2BB}" destId="{3EDB40D0-9686-4A39-8869-AC17003DDA00}" srcOrd="1" destOrd="0" presId="urn:microsoft.com/office/officeart/2016/7/layout/BasicLinearProcessNumbered"/>
    <dgm:cxn modelId="{87CC68D5-516C-4557-90FB-5140E7C36859}" type="presOf" srcId="{F346FCB8-247E-48B7-851F-D638D3B17E59}" destId="{93D93EEB-7F51-4EBB-A376-465DDB47C74B}" srcOrd="0" destOrd="0" presId="urn:microsoft.com/office/officeart/2016/7/layout/BasicLinearProcessNumbered"/>
    <dgm:cxn modelId="{0E1B47DF-6562-434A-9670-42CE77553BBF}" type="presOf" srcId="{4AB33061-6DC6-490C-A77B-D75FD0C75994}" destId="{8C4587B3-F55F-41B2-87C0-7BEEC79390BB}" srcOrd="1" destOrd="0" presId="urn:microsoft.com/office/officeart/2016/7/layout/BasicLinearProcessNumbered"/>
    <dgm:cxn modelId="{E08A74E4-B2E3-47A0-BE7C-06E0CD3AF814}" type="presOf" srcId="{4AB33061-6DC6-490C-A77B-D75FD0C75994}" destId="{4C557BF6-1FB7-43BC-9354-F6744390F40F}" srcOrd="0" destOrd="0" presId="urn:microsoft.com/office/officeart/2016/7/layout/BasicLinearProcessNumbered"/>
    <dgm:cxn modelId="{157893FE-A80B-4F52-986C-07F4B6EB197B}" type="presOf" srcId="{CF7FF0CF-E837-4B76-80FE-48258C079725}" destId="{820E7261-07FA-4305-BF29-58C6ABF726C7}" srcOrd="0" destOrd="0" presId="urn:microsoft.com/office/officeart/2016/7/layout/BasicLinearProcessNumbered"/>
    <dgm:cxn modelId="{2A38A3CC-8E4A-49F7-997D-9870D8E25C70}" type="presParOf" srcId="{820E7261-07FA-4305-BF29-58C6ABF726C7}" destId="{5C731568-DE97-4CBC-821C-51939F40F89A}" srcOrd="0" destOrd="0" presId="urn:microsoft.com/office/officeart/2016/7/layout/BasicLinearProcessNumbered"/>
    <dgm:cxn modelId="{D4856BCD-BA09-431D-9D42-A8DAAF4B44EB}" type="presParOf" srcId="{5C731568-DE97-4CBC-821C-51939F40F89A}" destId="{9740DC80-6B1B-4AC6-AE6A-85B1258198EB}" srcOrd="0" destOrd="0" presId="urn:microsoft.com/office/officeart/2016/7/layout/BasicLinearProcessNumbered"/>
    <dgm:cxn modelId="{E4EAE26C-D087-404C-A3FF-16B291832150}" type="presParOf" srcId="{5C731568-DE97-4CBC-821C-51939F40F89A}" destId="{93D93EEB-7F51-4EBB-A376-465DDB47C74B}" srcOrd="1" destOrd="0" presId="urn:microsoft.com/office/officeart/2016/7/layout/BasicLinearProcessNumbered"/>
    <dgm:cxn modelId="{F768DC4E-CA60-4D67-9475-4F546093530C}" type="presParOf" srcId="{5C731568-DE97-4CBC-821C-51939F40F89A}" destId="{612B3396-4B10-49C0-9165-365641818796}" srcOrd="2" destOrd="0" presId="urn:microsoft.com/office/officeart/2016/7/layout/BasicLinearProcessNumbered"/>
    <dgm:cxn modelId="{8C78BB9D-AA28-4018-92CD-C54A044FC2E5}" type="presParOf" srcId="{5C731568-DE97-4CBC-821C-51939F40F89A}" destId="{3EDB40D0-9686-4A39-8869-AC17003DDA00}" srcOrd="3" destOrd="0" presId="urn:microsoft.com/office/officeart/2016/7/layout/BasicLinearProcessNumbered"/>
    <dgm:cxn modelId="{71D2EDDB-1DF4-452A-B091-669EB25379E0}" type="presParOf" srcId="{820E7261-07FA-4305-BF29-58C6ABF726C7}" destId="{1A3105F4-02E3-427C-B055-15F995F52B9F}" srcOrd="1" destOrd="0" presId="urn:microsoft.com/office/officeart/2016/7/layout/BasicLinearProcessNumbered"/>
    <dgm:cxn modelId="{526C48C1-CAE6-44DC-BEA0-2898126DE8D2}" type="presParOf" srcId="{820E7261-07FA-4305-BF29-58C6ABF726C7}" destId="{E49A83A6-BEFA-4FEE-BE23-E5385DCDF9B0}" srcOrd="2" destOrd="0" presId="urn:microsoft.com/office/officeart/2016/7/layout/BasicLinearProcessNumbered"/>
    <dgm:cxn modelId="{24BB4C4C-0E83-467D-84DE-A206C576E6C9}" type="presParOf" srcId="{E49A83A6-BEFA-4FEE-BE23-E5385DCDF9B0}" destId="{4C557BF6-1FB7-43BC-9354-F6744390F40F}" srcOrd="0" destOrd="0" presId="urn:microsoft.com/office/officeart/2016/7/layout/BasicLinearProcessNumbered"/>
    <dgm:cxn modelId="{9DC2D65B-0BE8-4113-898C-5D3A7C56DA0D}" type="presParOf" srcId="{E49A83A6-BEFA-4FEE-BE23-E5385DCDF9B0}" destId="{740D0048-D752-47C3-94E4-C614290678A9}" srcOrd="1" destOrd="0" presId="urn:microsoft.com/office/officeart/2016/7/layout/BasicLinearProcessNumbered"/>
    <dgm:cxn modelId="{A75235DF-8290-4BB1-968D-35408D717E97}" type="presParOf" srcId="{E49A83A6-BEFA-4FEE-BE23-E5385DCDF9B0}" destId="{CF56F328-4CC6-4ABF-AF8D-381BB7198E74}" srcOrd="2" destOrd="0" presId="urn:microsoft.com/office/officeart/2016/7/layout/BasicLinearProcessNumbered"/>
    <dgm:cxn modelId="{7767FAD3-DD4B-4DA8-83B1-43BB606DE081}" type="presParOf" srcId="{E49A83A6-BEFA-4FEE-BE23-E5385DCDF9B0}" destId="{8C4587B3-F55F-41B2-87C0-7BEEC79390BB}" srcOrd="3" destOrd="0" presId="urn:microsoft.com/office/officeart/2016/7/layout/BasicLinearProcessNumbered"/>
    <dgm:cxn modelId="{EB384D9A-4854-457B-982F-D14E9C25CAD7}" type="presParOf" srcId="{820E7261-07FA-4305-BF29-58C6ABF726C7}" destId="{009C8C2C-57C8-4C1A-B0B7-1D1F6614111A}" srcOrd="3" destOrd="0" presId="urn:microsoft.com/office/officeart/2016/7/layout/BasicLinearProcessNumbered"/>
    <dgm:cxn modelId="{7EE8C3CB-5483-41D7-B808-EFAEEC331345}" type="presParOf" srcId="{820E7261-07FA-4305-BF29-58C6ABF726C7}" destId="{EA445109-7BB7-4BD5-9BBF-4D6E6A0C3E86}" srcOrd="4" destOrd="0" presId="urn:microsoft.com/office/officeart/2016/7/layout/BasicLinearProcessNumbered"/>
    <dgm:cxn modelId="{6E2A5C72-6BF2-4BD3-9111-A13CD7920EF6}" type="presParOf" srcId="{EA445109-7BB7-4BD5-9BBF-4D6E6A0C3E86}" destId="{924114C8-59F9-4B62-8AA6-3CB13E642DBA}" srcOrd="0" destOrd="0" presId="urn:microsoft.com/office/officeart/2016/7/layout/BasicLinearProcessNumbered"/>
    <dgm:cxn modelId="{B3E55480-F6C0-40BC-A62A-9318F0ACB177}" type="presParOf" srcId="{EA445109-7BB7-4BD5-9BBF-4D6E6A0C3E86}" destId="{D84B0FDD-0939-47CA-93A8-9D2986A975C4}" srcOrd="1" destOrd="0" presId="urn:microsoft.com/office/officeart/2016/7/layout/BasicLinearProcessNumbered"/>
    <dgm:cxn modelId="{678D2649-22A8-4B9D-8A2B-5DFC83771E90}" type="presParOf" srcId="{EA445109-7BB7-4BD5-9BBF-4D6E6A0C3E86}" destId="{4219D893-B30D-4DC7-A1FC-DC894ACB6441}" srcOrd="2" destOrd="0" presId="urn:microsoft.com/office/officeart/2016/7/layout/BasicLinearProcessNumbered"/>
    <dgm:cxn modelId="{33AA7B6C-B748-4706-9301-1C528395C31C}" type="presParOf" srcId="{EA445109-7BB7-4BD5-9BBF-4D6E6A0C3E86}" destId="{1E1D31BB-1B8F-4286-AE47-A5368C27F22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537A1B-E1D1-4D65-AC82-3697B23B237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256F0DF-C34F-4F07-98B6-CDA53EB0D56B}">
      <dgm:prSet/>
      <dgm:spPr/>
      <dgm:t>
        <a:bodyPr/>
        <a:lstStyle/>
        <a:p>
          <a:pPr>
            <a:defRPr cap="all"/>
          </a:pPr>
          <a:r>
            <a:rPr lang="es-EC" b="0" i="0" baseline="0"/>
            <a:t>Sistema operativo base (generalmente Linux)</a:t>
          </a:r>
          <a:endParaRPr lang="en-US"/>
        </a:p>
      </dgm:t>
    </dgm:pt>
    <dgm:pt modelId="{FB187DBC-6536-4189-9299-C36C0DF5FC8C}" type="parTrans" cxnId="{81AE7CA2-E30F-4A8C-8B83-1562603395D0}">
      <dgm:prSet/>
      <dgm:spPr/>
      <dgm:t>
        <a:bodyPr/>
        <a:lstStyle/>
        <a:p>
          <a:endParaRPr lang="en-US"/>
        </a:p>
      </dgm:t>
    </dgm:pt>
    <dgm:pt modelId="{B4AC2CEE-E0FE-45A2-8E60-E8E7E67160D6}" type="sibTrans" cxnId="{81AE7CA2-E30F-4A8C-8B83-1562603395D0}">
      <dgm:prSet/>
      <dgm:spPr/>
      <dgm:t>
        <a:bodyPr/>
        <a:lstStyle/>
        <a:p>
          <a:endParaRPr lang="en-US"/>
        </a:p>
      </dgm:t>
    </dgm:pt>
    <dgm:pt modelId="{98C0C199-A2CE-44F3-8ECC-F91C3B1765F4}">
      <dgm:prSet/>
      <dgm:spPr/>
      <dgm:t>
        <a:bodyPr/>
        <a:lstStyle/>
        <a:p>
          <a:pPr>
            <a:defRPr cap="all"/>
          </a:pPr>
          <a:r>
            <a:rPr lang="es-EC" b="0" i="0" baseline="0"/>
            <a:t>Software (Node, Mongo, Python, etc.)</a:t>
          </a:r>
          <a:endParaRPr lang="en-US"/>
        </a:p>
      </dgm:t>
    </dgm:pt>
    <dgm:pt modelId="{2E624360-98DE-4919-80BD-4D3364AD4297}" type="parTrans" cxnId="{1891DEE1-0420-40DE-B2BB-ED402888A4D1}">
      <dgm:prSet/>
      <dgm:spPr/>
      <dgm:t>
        <a:bodyPr/>
        <a:lstStyle/>
        <a:p>
          <a:endParaRPr lang="en-US"/>
        </a:p>
      </dgm:t>
    </dgm:pt>
    <dgm:pt modelId="{F4C1BF3E-026B-4ABA-A9DA-A11E28841FFE}" type="sibTrans" cxnId="{1891DEE1-0420-40DE-B2BB-ED402888A4D1}">
      <dgm:prSet/>
      <dgm:spPr/>
      <dgm:t>
        <a:bodyPr/>
        <a:lstStyle/>
        <a:p>
          <a:endParaRPr lang="en-US"/>
        </a:p>
      </dgm:t>
    </dgm:pt>
    <dgm:pt modelId="{359988AD-AE23-420A-930A-17CB038537C6}">
      <dgm:prSet/>
      <dgm:spPr/>
      <dgm:t>
        <a:bodyPr/>
        <a:lstStyle/>
        <a:p>
          <a:pPr>
            <a:defRPr cap="all"/>
          </a:pPr>
          <a:r>
            <a:rPr lang="es-EC" b="0" i="0" baseline="0"/>
            <a:t>Configuración básica</a:t>
          </a:r>
          <a:endParaRPr lang="en-US"/>
        </a:p>
      </dgm:t>
    </dgm:pt>
    <dgm:pt modelId="{8B6634DC-A054-48BD-AABB-3C6AB6A7DACF}" type="parTrans" cxnId="{64B6E844-21A8-49EF-91C6-5F61998CAE23}">
      <dgm:prSet/>
      <dgm:spPr/>
      <dgm:t>
        <a:bodyPr/>
        <a:lstStyle/>
        <a:p>
          <a:endParaRPr lang="en-US"/>
        </a:p>
      </dgm:t>
    </dgm:pt>
    <dgm:pt modelId="{FAE029EA-C6DB-4305-9E31-286E8C50CDF1}" type="sibTrans" cxnId="{64B6E844-21A8-49EF-91C6-5F61998CAE23}">
      <dgm:prSet/>
      <dgm:spPr/>
      <dgm:t>
        <a:bodyPr/>
        <a:lstStyle/>
        <a:p>
          <a:endParaRPr lang="en-US"/>
        </a:p>
      </dgm:t>
    </dgm:pt>
    <dgm:pt modelId="{E886C7E1-C30E-4272-B579-8565FBEBF37D}" type="pres">
      <dgm:prSet presAssocID="{BF537A1B-E1D1-4D65-AC82-3697B23B2371}" presName="root" presStyleCnt="0">
        <dgm:presLayoutVars>
          <dgm:dir/>
          <dgm:resizeHandles val="exact"/>
        </dgm:presLayoutVars>
      </dgm:prSet>
      <dgm:spPr/>
    </dgm:pt>
    <dgm:pt modelId="{2B64E3B8-A1F7-4078-912D-A50C750FF731}" type="pres">
      <dgm:prSet presAssocID="{7256F0DF-C34F-4F07-98B6-CDA53EB0D56B}" presName="compNode" presStyleCnt="0"/>
      <dgm:spPr/>
    </dgm:pt>
    <dgm:pt modelId="{DF2C6A18-FB51-4285-A419-89C53E2C9C02}" type="pres">
      <dgm:prSet presAssocID="{7256F0DF-C34F-4F07-98B6-CDA53EB0D56B}" presName="iconBgRect" presStyleLbl="bgShp" presStyleIdx="0" presStyleCnt="3"/>
      <dgm:spPr/>
    </dgm:pt>
    <dgm:pt modelId="{3CB6ACF2-ECB4-4930-8424-A1ABA5F6043B}" type="pres">
      <dgm:prSet presAssocID="{7256F0DF-C34F-4F07-98B6-CDA53EB0D5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CEE83E28-ECD3-4765-B77B-8D0B8D81AD2F}" type="pres">
      <dgm:prSet presAssocID="{7256F0DF-C34F-4F07-98B6-CDA53EB0D56B}" presName="spaceRect" presStyleCnt="0"/>
      <dgm:spPr/>
    </dgm:pt>
    <dgm:pt modelId="{A6115FC8-D529-4E94-8B03-712574F15E1F}" type="pres">
      <dgm:prSet presAssocID="{7256F0DF-C34F-4F07-98B6-CDA53EB0D56B}" presName="textRect" presStyleLbl="revTx" presStyleIdx="0" presStyleCnt="3">
        <dgm:presLayoutVars>
          <dgm:chMax val="1"/>
          <dgm:chPref val="1"/>
        </dgm:presLayoutVars>
      </dgm:prSet>
      <dgm:spPr/>
    </dgm:pt>
    <dgm:pt modelId="{7A206F20-0AE3-4F43-A5A5-09B82F0CA1ED}" type="pres">
      <dgm:prSet presAssocID="{B4AC2CEE-E0FE-45A2-8E60-E8E7E67160D6}" presName="sibTrans" presStyleCnt="0"/>
      <dgm:spPr/>
    </dgm:pt>
    <dgm:pt modelId="{0B296292-4AF7-4021-8F7A-0E53A45840C8}" type="pres">
      <dgm:prSet presAssocID="{98C0C199-A2CE-44F3-8ECC-F91C3B1765F4}" presName="compNode" presStyleCnt="0"/>
      <dgm:spPr/>
    </dgm:pt>
    <dgm:pt modelId="{CA86E95F-AFAB-46ED-90AB-8CD10C2C584C}" type="pres">
      <dgm:prSet presAssocID="{98C0C199-A2CE-44F3-8ECC-F91C3B1765F4}" presName="iconBgRect" presStyleLbl="bgShp" presStyleIdx="1" presStyleCnt="3"/>
      <dgm:spPr/>
    </dgm:pt>
    <dgm:pt modelId="{DF73A06B-415B-4BF2-A5C9-766D1399C3FA}" type="pres">
      <dgm:prSet presAssocID="{98C0C199-A2CE-44F3-8ECC-F91C3B1765F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7E4A3ADD-876C-4F9D-82DC-678A66655770}" type="pres">
      <dgm:prSet presAssocID="{98C0C199-A2CE-44F3-8ECC-F91C3B1765F4}" presName="spaceRect" presStyleCnt="0"/>
      <dgm:spPr/>
    </dgm:pt>
    <dgm:pt modelId="{7944A2A6-F2A1-41C3-9586-58E68DEC6BD2}" type="pres">
      <dgm:prSet presAssocID="{98C0C199-A2CE-44F3-8ECC-F91C3B1765F4}" presName="textRect" presStyleLbl="revTx" presStyleIdx="1" presStyleCnt="3">
        <dgm:presLayoutVars>
          <dgm:chMax val="1"/>
          <dgm:chPref val="1"/>
        </dgm:presLayoutVars>
      </dgm:prSet>
      <dgm:spPr/>
    </dgm:pt>
    <dgm:pt modelId="{2A87F593-F855-4C07-93E6-3D547E251D25}" type="pres">
      <dgm:prSet presAssocID="{F4C1BF3E-026B-4ABA-A9DA-A11E28841FFE}" presName="sibTrans" presStyleCnt="0"/>
      <dgm:spPr/>
    </dgm:pt>
    <dgm:pt modelId="{39A9DE8C-0A65-4593-8402-3A10B854A01C}" type="pres">
      <dgm:prSet presAssocID="{359988AD-AE23-420A-930A-17CB038537C6}" presName="compNode" presStyleCnt="0"/>
      <dgm:spPr/>
    </dgm:pt>
    <dgm:pt modelId="{25223480-6740-46EC-A847-699505EDB474}" type="pres">
      <dgm:prSet presAssocID="{359988AD-AE23-420A-930A-17CB038537C6}" presName="iconBgRect" presStyleLbl="bgShp" presStyleIdx="2" presStyleCnt="3"/>
      <dgm:spPr/>
    </dgm:pt>
    <dgm:pt modelId="{EBA31B8C-7E1D-4EB1-8FB7-ECC4BC8C1C34}" type="pres">
      <dgm:prSet presAssocID="{359988AD-AE23-420A-930A-17CB038537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A6599BE3-76CB-4A1E-87E4-30C4120435ED}" type="pres">
      <dgm:prSet presAssocID="{359988AD-AE23-420A-930A-17CB038537C6}" presName="spaceRect" presStyleCnt="0"/>
      <dgm:spPr/>
    </dgm:pt>
    <dgm:pt modelId="{29FC8FFB-9D6C-42E3-8B80-A0F68A313DE3}" type="pres">
      <dgm:prSet presAssocID="{359988AD-AE23-420A-930A-17CB038537C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E407221-F939-4F63-9BB4-7476E17EFDDA}" type="presOf" srcId="{359988AD-AE23-420A-930A-17CB038537C6}" destId="{29FC8FFB-9D6C-42E3-8B80-A0F68A313DE3}" srcOrd="0" destOrd="0" presId="urn:microsoft.com/office/officeart/2018/5/layout/IconCircleLabelList"/>
    <dgm:cxn modelId="{EC90993B-6097-42CD-AC3A-5B1916BC3E6D}" type="presOf" srcId="{98C0C199-A2CE-44F3-8ECC-F91C3B1765F4}" destId="{7944A2A6-F2A1-41C3-9586-58E68DEC6BD2}" srcOrd="0" destOrd="0" presId="urn:microsoft.com/office/officeart/2018/5/layout/IconCircleLabelList"/>
    <dgm:cxn modelId="{AD5AB63F-8077-46B5-BA23-0101013EBC0D}" type="presOf" srcId="{BF537A1B-E1D1-4D65-AC82-3697B23B2371}" destId="{E886C7E1-C30E-4272-B579-8565FBEBF37D}" srcOrd="0" destOrd="0" presId="urn:microsoft.com/office/officeart/2018/5/layout/IconCircleLabelList"/>
    <dgm:cxn modelId="{64B6E844-21A8-49EF-91C6-5F61998CAE23}" srcId="{BF537A1B-E1D1-4D65-AC82-3697B23B2371}" destId="{359988AD-AE23-420A-930A-17CB038537C6}" srcOrd="2" destOrd="0" parTransId="{8B6634DC-A054-48BD-AABB-3C6AB6A7DACF}" sibTransId="{FAE029EA-C6DB-4305-9E31-286E8C50CDF1}"/>
    <dgm:cxn modelId="{7E751345-8B8B-4586-AD3C-060E8B3F5EBA}" type="presOf" srcId="{7256F0DF-C34F-4F07-98B6-CDA53EB0D56B}" destId="{A6115FC8-D529-4E94-8B03-712574F15E1F}" srcOrd="0" destOrd="0" presId="urn:microsoft.com/office/officeart/2018/5/layout/IconCircleLabelList"/>
    <dgm:cxn modelId="{81AE7CA2-E30F-4A8C-8B83-1562603395D0}" srcId="{BF537A1B-E1D1-4D65-AC82-3697B23B2371}" destId="{7256F0DF-C34F-4F07-98B6-CDA53EB0D56B}" srcOrd="0" destOrd="0" parTransId="{FB187DBC-6536-4189-9299-C36C0DF5FC8C}" sibTransId="{B4AC2CEE-E0FE-45A2-8E60-E8E7E67160D6}"/>
    <dgm:cxn modelId="{1891DEE1-0420-40DE-B2BB-ED402888A4D1}" srcId="{BF537A1B-E1D1-4D65-AC82-3697B23B2371}" destId="{98C0C199-A2CE-44F3-8ECC-F91C3B1765F4}" srcOrd="1" destOrd="0" parTransId="{2E624360-98DE-4919-80BD-4D3364AD4297}" sibTransId="{F4C1BF3E-026B-4ABA-A9DA-A11E28841FFE}"/>
    <dgm:cxn modelId="{CE8AF00D-E98F-48B2-B55C-9782E23129BC}" type="presParOf" srcId="{E886C7E1-C30E-4272-B579-8565FBEBF37D}" destId="{2B64E3B8-A1F7-4078-912D-A50C750FF731}" srcOrd="0" destOrd="0" presId="urn:microsoft.com/office/officeart/2018/5/layout/IconCircleLabelList"/>
    <dgm:cxn modelId="{3257980E-0679-4AF4-95BC-4EFEBABEBADB}" type="presParOf" srcId="{2B64E3B8-A1F7-4078-912D-A50C750FF731}" destId="{DF2C6A18-FB51-4285-A419-89C53E2C9C02}" srcOrd="0" destOrd="0" presId="urn:microsoft.com/office/officeart/2018/5/layout/IconCircleLabelList"/>
    <dgm:cxn modelId="{6C22EA08-3069-4DDA-8693-2B933BD558F3}" type="presParOf" srcId="{2B64E3B8-A1F7-4078-912D-A50C750FF731}" destId="{3CB6ACF2-ECB4-4930-8424-A1ABA5F6043B}" srcOrd="1" destOrd="0" presId="urn:microsoft.com/office/officeart/2018/5/layout/IconCircleLabelList"/>
    <dgm:cxn modelId="{E448C437-6230-4D9F-BFB1-ED54E66A3648}" type="presParOf" srcId="{2B64E3B8-A1F7-4078-912D-A50C750FF731}" destId="{CEE83E28-ECD3-4765-B77B-8D0B8D81AD2F}" srcOrd="2" destOrd="0" presId="urn:microsoft.com/office/officeart/2018/5/layout/IconCircleLabelList"/>
    <dgm:cxn modelId="{4DDE5681-2065-422D-9331-FB2FB776B892}" type="presParOf" srcId="{2B64E3B8-A1F7-4078-912D-A50C750FF731}" destId="{A6115FC8-D529-4E94-8B03-712574F15E1F}" srcOrd="3" destOrd="0" presId="urn:microsoft.com/office/officeart/2018/5/layout/IconCircleLabelList"/>
    <dgm:cxn modelId="{05DD3AD7-EE0D-400A-8021-88CD42A3D20A}" type="presParOf" srcId="{E886C7E1-C30E-4272-B579-8565FBEBF37D}" destId="{7A206F20-0AE3-4F43-A5A5-09B82F0CA1ED}" srcOrd="1" destOrd="0" presId="urn:microsoft.com/office/officeart/2018/5/layout/IconCircleLabelList"/>
    <dgm:cxn modelId="{7C3E0EAD-C0E7-4E14-94D6-B4D26C515B8B}" type="presParOf" srcId="{E886C7E1-C30E-4272-B579-8565FBEBF37D}" destId="{0B296292-4AF7-4021-8F7A-0E53A45840C8}" srcOrd="2" destOrd="0" presId="urn:microsoft.com/office/officeart/2018/5/layout/IconCircleLabelList"/>
    <dgm:cxn modelId="{A88D20F8-F258-4F4C-9593-2F9740EB9AA3}" type="presParOf" srcId="{0B296292-4AF7-4021-8F7A-0E53A45840C8}" destId="{CA86E95F-AFAB-46ED-90AB-8CD10C2C584C}" srcOrd="0" destOrd="0" presId="urn:microsoft.com/office/officeart/2018/5/layout/IconCircleLabelList"/>
    <dgm:cxn modelId="{FF914F2D-F09F-40CE-B90F-F26B099E0294}" type="presParOf" srcId="{0B296292-4AF7-4021-8F7A-0E53A45840C8}" destId="{DF73A06B-415B-4BF2-A5C9-766D1399C3FA}" srcOrd="1" destOrd="0" presId="urn:microsoft.com/office/officeart/2018/5/layout/IconCircleLabelList"/>
    <dgm:cxn modelId="{4D6E71C2-779D-49B3-AB1D-2DD32CE45BCF}" type="presParOf" srcId="{0B296292-4AF7-4021-8F7A-0E53A45840C8}" destId="{7E4A3ADD-876C-4F9D-82DC-678A66655770}" srcOrd="2" destOrd="0" presId="urn:microsoft.com/office/officeart/2018/5/layout/IconCircleLabelList"/>
    <dgm:cxn modelId="{F737347E-075A-4342-AFFC-5B92622B8EBB}" type="presParOf" srcId="{0B296292-4AF7-4021-8F7A-0E53A45840C8}" destId="{7944A2A6-F2A1-41C3-9586-58E68DEC6BD2}" srcOrd="3" destOrd="0" presId="urn:microsoft.com/office/officeart/2018/5/layout/IconCircleLabelList"/>
    <dgm:cxn modelId="{2AE82839-EFD1-456A-BA38-B79CC94F1F9E}" type="presParOf" srcId="{E886C7E1-C30E-4272-B579-8565FBEBF37D}" destId="{2A87F593-F855-4C07-93E6-3D547E251D25}" srcOrd="3" destOrd="0" presId="urn:microsoft.com/office/officeart/2018/5/layout/IconCircleLabelList"/>
    <dgm:cxn modelId="{88F9B34E-BEB8-4AC9-83D6-E8174CA11480}" type="presParOf" srcId="{E886C7E1-C30E-4272-B579-8565FBEBF37D}" destId="{39A9DE8C-0A65-4593-8402-3A10B854A01C}" srcOrd="4" destOrd="0" presId="urn:microsoft.com/office/officeart/2018/5/layout/IconCircleLabelList"/>
    <dgm:cxn modelId="{794CCDA9-C8BD-4E97-9CCC-D50A8B5F6B98}" type="presParOf" srcId="{39A9DE8C-0A65-4593-8402-3A10B854A01C}" destId="{25223480-6740-46EC-A847-699505EDB474}" srcOrd="0" destOrd="0" presId="urn:microsoft.com/office/officeart/2018/5/layout/IconCircleLabelList"/>
    <dgm:cxn modelId="{2DC88C0C-6E2A-4DEF-910E-699433DB702F}" type="presParOf" srcId="{39A9DE8C-0A65-4593-8402-3A10B854A01C}" destId="{EBA31B8C-7E1D-4EB1-8FB7-ECC4BC8C1C34}" srcOrd="1" destOrd="0" presId="urn:microsoft.com/office/officeart/2018/5/layout/IconCircleLabelList"/>
    <dgm:cxn modelId="{6CFCA87E-1C12-49AA-A109-5B3740A6D03D}" type="presParOf" srcId="{39A9DE8C-0A65-4593-8402-3A10B854A01C}" destId="{A6599BE3-76CB-4A1E-87E4-30C4120435ED}" srcOrd="2" destOrd="0" presId="urn:microsoft.com/office/officeart/2018/5/layout/IconCircleLabelList"/>
    <dgm:cxn modelId="{870883B6-784F-4787-B5D8-B16C98786A97}" type="presParOf" srcId="{39A9DE8C-0A65-4593-8402-3A10B854A01C}" destId="{29FC8FFB-9D6C-42E3-8B80-A0F68A313DE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2E24A0-48F3-4AC9-B45D-A511740221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AC99D6-CFB6-427C-9B49-AC0FA6A99016}">
      <dgm:prSet/>
      <dgm:spPr/>
      <dgm:t>
        <a:bodyPr/>
        <a:lstStyle/>
        <a:p>
          <a:r>
            <a:rPr lang="es-EC" b="0" i="0" baseline="0"/>
            <a:t>node:18</a:t>
          </a:r>
          <a:endParaRPr lang="en-US"/>
        </a:p>
      </dgm:t>
    </dgm:pt>
    <dgm:pt modelId="{7DB05496-27F9-45A0-8E3A-B072F3C9267C}" type="parTrans" cxnId="{0426A530-4FC5-4F55-9B45-4E9025E4C474}">
      <dgm:prSet/>
      <dgm:spPr/>
      <dgm:t>
        <a:bodyPr/>
        <a:lstStyle/>
        <a:p>
          <a:endParaRPr lang="en-US"/>
        </a:p>
      </dgm:t>
    </dgm:pt>
    <dgm:pt modelId="{0D648317-C1C6-4158-BAC2-3121ED703EB4}" type="sibTrans" cxnId="{0426A530-4FC5-4F55-9B45-4E9025E4C474}">
      <dgm:prSet/>
      <dgm:spPr/>
      <dgm:t>
        <a:bodyPr/>
        <a:lstStyle/>
        <a:p>
          <a:endParaRPr lang="en-US"/>
        </a:p>
      </dgm:t>
    </dgm:pt>
    <dgm:pt modelId="{4D98D43D-E1D1-4212-9C52-7A7E9D91D64A}">
      <dgm:prSet/>
      <dgm:spPr/>
      <dgm:t>
        <a:bodyPr/>
        <a:lstStyle/>
        <a:p>
          <a:r>
            <a:rPr lang="es-EC" b="0" i="0" baseline="0"/>
            <a:t>mongo</a:t>
          </a:r>
          <a:endParaRPr lang="en-US"/>
        </a:p>
      </dgm:t>
    </dgm:pt>
    <dgm:pt modelId="{27DC9AB5-7CD3-4809-80DA-F1D37A270BB3}" type="parTrans" cxnId="{6EBB1C8B-F9C9-45A4-8074-E0E005F41DE6}">
      <dgm:prSet/>
      <dgm:spPr/>
      <dgm:t>
        <a:bodyPr/>
        <a:lstStyle/>
        <a:p>
          <a:endParaRPr lang="en-US"/>
        </a:p>
      </dgm:t>
    </dgm:pt>
    <dgm:pt modelId="{8CE51AB6-EB41-4884-BD6B-FC34BEB19855}" type="sibTrans" cxnId="{6EBB1C8B-F9C9-45A4-8074-E0E005F41DE6}">
      <dgm:prSet/>
      <dgm:spPr/>
      <dgm:t>
        <a:bodyPr/>
        <a:lstStyle/>
        <a:p>
          <a:endParaRPr lang="en-US"/>
        </a:p>
      </dgm:t>
    </dgm:pt>
    <dgm:pt modelId="{CB87E375-6055-40EA-BD81-55B364FB91BF}">
      <dgm:prSet/>
      <dgm:spPr/>
      <dgm:t>
        <a:bodyPr/>
        <a:lstStyle/>
        <a:p>
          <a:r>
            <a:rPr lang="es-EC" b="0" i="0" baseline="0"/>
            <a:t>postgres</a:t>
          </a:r>
          <a:endParaRPr lang="en-US"/>
        </a:p>
      </dgm:t>
    </dgm:pt>
    <dgm:pt modelId="{6C832095-3ECB-459D-B356-20D3826F5CA4}" type="parTrans" cxnId="{C0E58422-D670-48AA-A0C2-173396B42EB7}">
      <dgm:prSet/>
      <dgm:spPr/>
      <dgm:t>
        <a:bodyPr/>
        <a:lstStyle/>
        <a:p>
          <a:endParaRPr lang="en-US"/>
        </a:p>
      </dgm:t>
    </dgm:pt>
    <dgm:pt modelId="{DF3773E8-8B8F-4CD7-BA45-294E4C969213}" type="sibTrans" cxnId="{C0E58422-D670-48AA-A0C2-173396B42EB7}">
      <dgm:prSet/>
      <dgm:spPr/>
      <dgm:t>
        <a:bodyPr/>
        <a:lstStyle/>
        <a:p>
          <a:endParaRPr lang="en-US"/>
        </a:p>
      </dgm:t>
    </dgm:pt>
    <dgm:pt modelId="{3FF129D0-5877-48B6-A644-5467B32341B4}">
      <dgm:prSet/>
      <dgm:spPr/>
      <dgm:t>
        <a:bodyPr/>
        <a:lstStyle/>
        <a:p>
          <a:r>
            <a:rPr lang="es-EC" b="0" i="0" baseline="0"/>
            <a:t>python</a:t>
          </a:r>
          <a:endParaRPr lang="en-US"/>
        </a:p>
      </dgm:t>
    </dgm:pt>
    <dgm:pt modelId="{61F4C134-8385-42A2-BD68-5D8A0B860A26}" type="parTrans" cxnId="{2B6F53B2-A8E4-41DC-9FE0-3233CBA9A98D}">
      <dgm:prSet/>
      <dgm:spPr/>
      <dgm:t>
        <a:bodyPr/>
        <a:lstStyle/>
        <a:p>
          <a:endParaRPr lang="en-US"/>
        </a:p>
      </dgm:t>
    </dgm:pt>
    <dgm:pt modelId="{E2D9123F-0683-4BE2-BCD2-E0BF62350126}" type="sibTrans" cxnId="{2B6F53B2-A8E4-41DC-9FE0-3233CBA9A98D}">
      <dgm:prSet/>
      <dgm:spPr/>
      <dgm:t>
        <a:bodyPr/>
        <a:lstStyle/>
        <a:p>
          <a:endParaRPr lang="en-US"/>
        </a:p>
      </dgm:t>
    </dgm:pt>
    <dgm:pt modelId="{F94E28C6-E981-42D1-AA6F-13EA0F513139}" type="pres">
      <dgm:prSet presAssocID="{7D2E24A0-48F3-4AC9-B45D-A511740221CB}" presName="root" presStyleCnt="0">
        <dgm:presLayoutVars>
          <dgm:dir/>
          <dgm:resizeHandles val="exact"/>
        </dgm:presLayoutVars>
      </dgm:prSet>
      <dgm:spPr/>
    </dgm:pt>
    <dgm:pt modelId="{3E2670D5-246E-454F-8F67-BEC278D6FF76}" type="pres">
      <dgm:prSet presAssocID="{97AC99D6-CFB6-427C-9B49-AC0FA6A99016}" presName="compNode" presStyleCnt="0"/>
      <dgm:spPr/>
    </dgm:pt>
    <dgm:pt modelId="{41EF5084-F849-4EE1-BF91-AECBF8B14864}" type="pres">
      <dgm:prSet presAssocID="{97AC99D6-CFB6-427C-9B49-AC0FA6A99016}" presName="bgRect" presStyleLbl="bgShp" presStyleIdx="0" presStyleCnt="4"/>
      <dgm:spPr/>
    </dgm:pt>
    <dgm:pt modelId="{EC523E09-D2A4-4631-8E68-C3633E8902D6}" type="pres">
      <dgm:prSet presAssocID="{97AC99D6-CFB6-427C-9B49-AC0FA6A9901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d"/>
        </a:ext>
      </dgm:extLst>
    </dgm:pt>
    <dgm:pt modelId="{52C3B3BA-3CC6-4922-9438-9F21BC6FA577}" type="pres">
      <dgm:prSet presAssocID="{97AC99D6-CFB6-427C-9B49-AC0FA6A99016}" presName="spaceRect" presStyleCnt="0"/>
      <dgm:spPr/>
    </dgm:pt>
    <dgm:pt modelId="{F89327DE-CA8E-4394-A246-0005B7D3AD8C}" type="pres">
      <dgm:prSet presAssocID="{97AC99D6-CFB6-427C-9B49-AC0FA6A99016}" presName="parTx" presStyleLbl="revTx" presStyleIdx="0" presStyleCnt="4">
        <dgm:presLayoutVars>
          <dgm:chMax val="0"/>
          <dgm:chPref val="0"/>
        </dgm:presLayoutVars>
      </dgm:prSet>
      <dgm:spPr/>
    </dgm:pt>
    <dgm:pt modelId="{0CB3C3F5-BA80-4B6F-AF77-73E374D7BAFE}" type="pres">
      <dgm:prSet presAssocID="{0D648317-C1C6-4158-BAC2-3121ED703EB4}" presName="sibTrans" presStyleCnt="0"/>
      <dgm:spPr/>
    </dgm:pt>
    <dgm:pt modelId="{F24B6E3B-66AC-4D08-8B25-DC7C1ED1B045}" type="pres">
      <dgm:prSet presAssocID="{4D98D43D-E1D1-4212-9C52-7A7E9D91D64A}" presName="compNode" presStyleCnt="0"/>
      <dgm:spPr/>
    </dgm:pt>
    <dgm:pt modelId="{435A13BC-1452-40EB-ADB9-BCCD32770F57}" type="pres">
      <dgm:prSet presAssocID="{4D98D43D-E1D1-4212-9C52-7A7E9D91D64A}" presName="bgRect" presStyleLbl="bgShp" presStyleIdx="1" presStyleCnt="4"/>
      <dgm:spPr/>
    </dgm:pt>
    <dgm:pt modelId="{82797ED4-5245-47C9-9524-2439C7216D82}" type="pres">
      <dgm:prSet presAssocID="{4D98D43D-E1D1-4212-9C52-7A7E9D91D64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das"/>
        </a:ext>
      </dgm:extLst>
    </dgm:pt>
    <dgm:pt modelId="{1BD91F28-B2BF-48ED-A03D-9E9CACED0495}" type="pres">
      <dgm:prSet presAssocID="{4D98D43D-E1D1-4212-9C52-7A7E9D91D64A}" presName="spaceRect" presStyleCnt="0"/>
      <dgm:spPr/>
    </dgm:pt>
    <dgm:pt modelId="{05A2D873-C364-473C-895B-FF34A7F1FA1B}" type="pres">
      <dgm:prSet presAssocID="{4D98D43D-E1D1-4212-9C52-7A7E9D91D64A}" presName="parTx" presStyleLbl="revTx" presStyleIdx="1" presStyleCnt="4">
        <dgm:presLayoutVars>
          <dgm:chMax val="0"/>
          <dgm:chPref val="0"/>
        </dgm:presLayoutVars>
      </dgm:prSet>
      <dgm:spPr/>
    </dgm:pt>
    <dgm:pt modelId="{C178D897-FBE7-4909-8195-838933CC1EF1}" type="pres">
      <dgm:prSet presAssocID="{8CE51AB6-EB41-4884-BD6B-FC34BEB19855}" presName="sibTrans" presStyleCnt="0"/>
      <dgm:spPr/>
    </dgm:pt>
    <dgm:pt modelId="{CD8DB430-295C-435F-8551-4848BEA7A92C}" type="pres">
      <dgm:prSet presAssocID="{CB87E375-6055-40EA-BD81-55B364FB91BF}" presName="compNode" presStyleCnt="0"/>
      <dgm:spPr/>
    </dgm:pt>
    <dgm:pt modelId="{A2E17570-6D05-4905-B850-33418CC908A8}" type="pres">
      <dgm:prSet presAssocID="{CB87E375-6055-40EA-BD81-55B364FB91BF}" presName="bgRect" presStyleLbl="bgShp" presStyleIdx="2" presStyleCnt="4"/>
      <dgm:spPr/>
    </dgm:pt>
    <dgm:pt modelId="{64D86D74-9154-47A9-8CF6-1345E1F52EE1}" type="pres">
      <dgm:prSet presAssocID="{CB87E375-6055-40EA-BD81-55B364FB91B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1AB6A17F-E84B-4DC1-8D9B-26591C935ABC}" type="pres">
      <dgm:prSet presAssocID="{CB87E375-6055-40EA-BD81-55B364FB91BF}" presName="spaceRect" presStyleCnt="0"/>
      <dgm:spPr/>
    </dgm:pt>
    <dgm:pt modelId="{E46C133D-42F1-4E62-BD17-9078640E7DD4}" type="pres">
      <dgm:prSet presAssocID="{CB87E375-6055-40EA-BD81-55B364FB91BF}" presName="parTx" presStyleLbl="revTx" presStyleIdx="2" presStyleCnt="4">
        <dgm:presLayoutVars>
          <dgm:chMax val="0"/>
          <dgm:chPref val="0"/>
        </dgm:presLayoutVars>
      </dgm:prSet>
      <dgm:spPr/>
    </dgm:pt>
    <dgm:pt modelId="{05BB0BC2-E2F7-4820-AEFC-4524DC69D693}" type="pres">
      <dgm:prSet presAssocID="{DF3773E8-8B8F-4CD7-BA45-294E4C969213}" presName="sibTrans" presStyleCnt="0"/>
      <dgm:spPr/>
    </dgm:pt>
    <dgm:pt modelId="{07C823A1-BCC0-4A32-9FF3-DC188052BF70}" type="pres">
      <dgm:prSet presAssocID="{3FF129D0-5877-48B6-A644-5467B32341B4}" presName="compNode" presStyleCnt="0"/>
      <dgm:spPr/>
    </dgm:pt>
    <dgm:pt modelId="{312DE430-5A58-4F2E-8EB8-7B44CC7AD93F}" type="pres">
      <dgm:prSet presAssocID="{3FF129D0-5877-48B6-A644-5467B32341B4}" presName="bgRect" presStyleLbl="bgShp" presStyleIdx="3" presStyleCnt="4"/>
      <dgm:spPr/>
    </dgm:pt>
    <dgm:pt modelId="{540146DE-6379-4B6C-A5CF-BABF9F369447}" type="pres">
      <dgm:prSet presAssocID="{3FF129D0-5877-48B6-A644-5467B32341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617A9A2F-52DC-4E9F-9CC5-67A628495236}" type="pres">
      <dgm:prSet presAssocID="{3FF129D0-5877-48B6-A644-5467B32341B4}" presName="spaceRect" presStyleCnt="0"/>
      <dgm:spPr/>
    </dgm:pt>
    <dgm:pt modelId="{C7D27D46-6B71-47ED-90FF-D37372BAD2BE}" type="pres">
      <dgm:prSet presAssocID="{3FF129D0-5877-48B6-A644-5467B32341B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0E58422-D670-48AA-A0C2-173396B42EB7}" srcId="{7D2E24A0-48F3-4AC9-B45D-A511740221CB}" destId="{CB87E375-6055-40EA-BD81-55B364FB91BF}" srcOrd="2" destOrd="0" parTransId="{6C832095-3ECB-459D-B356-20D3826F5CA4}" sibTransId="{DF3773E8-8B8F-4CD7-BA45-294E4C969213}"/>
    <dgm:cxn modelId="{3B82C929-8097-499A-ABD1-B2C2895A250E}" type="presOf" srcId="{3FF129D0-5877-48B6-A644-5467B32341B4}" destId="{C7D27D46-6B71-47ED-90FF-D37372BAD2BE}" srcOrd="0" destOrd="0" presId="urn:microsoft.com/office/officeart/2018/2/layout/IconVerticalSolidList"/>
    <dgm:cxn modelId="{1425922D-F9BE-4727-85F2-428752CBA4C5}" type="presOf" srcId="{7D2E24A0-48F3-4AC9-B45D-A511740221CB}" destId="{F94E28C6-E981-42D1-AA6F-13EA0F513139}" srcOrd="0" destOrd="0" presId="urn:microsoft.com/office/officeart/2018/2/layout/IconVerticalSolidList"/>
    <dgm:cxn modelId="{0426A530-4FC5-4F55-9B45-4E9025E4C474}" srcId="{7D2E24A0-48F3-4AC9-B45D-A511740221CB}" destId="{97AC99D6-CFB6-427C-9B49-AC0FA6A99016}" srcOrd="0" destOrd="0" parTransId="{7DB05496-27F9-45A0-8E3A-B072F3C9267C}" sibTransId="{0D648317-C1C6-4158-BAC2-3121ED703EB4}"/>
    <dgm:cxn modelId="{6EBB1C8B-F9C9-45A4-8074-E0E005F41DE6}" srcId="{7D2E24A0-48F3-4AC9-B45D-A511740221CB}" destId="{4D98D43D-E1D1-4212-9C52-7A7E9D91D64A}" srcOrd="1" destOrd="0" parTransId="{27DC9AB5-7CD3-4809-80DA-F1D37A270BB3}" sibTransId="{8CE51AB6-EB41-4884-BD6B-FC34BEB19855}"/>
    <dgm:cxn modelId="{4AA4D794-AC34-4854-BD0D-ABC174EB4877}" type="presOf" srcId="{CB87E375-6055-40EA-BD81-55B364FB91BF}" destId="{E46C133D-42F1-4E62-BD17-9078640E7DD4}" srcOrd="0" destOrd="0" presId="urn:microsoft.com/office/officeart/2018/2/layout/IconVerticalSolidList"/>
    <dgm:cxn modelId="{49A7F4A3-4A4A-43FA-85F8-43EB0E565A60}" type="presOf" srcId="{97AC99D6-CFB6-427C-9B49-AC0FA6A99016}" destId="{F89327DE-CA8E-4394-A246-0005B7D3AD8C}" srcOrd="0" destOrd="0" presId="urn:microsoft.com/office/officeart/2018/2/layout/IconVerticalSolidList"/>
    <dgm:cxn modelId="{2B6F53B2-A8E4-41DC-9FE0-3233CBA9A98D}" srcId="{7D2E24A0-48F3-4AC9-B45D-A511740221CB}" destId="{3FF129D0-5877-48B6-A644-5467B32341B4}" srcOrd="3" destOrd="0" parTransId="{61F4C134-8385-42A2-BD68-5D8A0B860A26}" sibTransId="{E2D9123F-0683-4BE2-BCD2-E0BF62350126}"/>
    <dgm:cxn modelId="{9C8E6DD4-B6DF-4280-9CDB-A90C4C86C082}" type="presOf" srcId="{4D98D43D-E1D1-4212-9C52-7A7E9D91D64A}" destId="{05A2D873-C364-473C-895B-FF34A7F1FA1B}" srcOrd="0" destOrd="0" presId="urn:microsoft.com/office/officeart/2018/2/layout/IconVerticalSolidList"/>
    <dgm:cxn modelId="{28A32885-9EBB-4523-8B79-371955BB1E6B}" type="presParOf" srcId="{F94E28C6-E981-42D1-AA6F-13EA0F513139}" destId="{3E2670D5-246E-454F-8F67-BEC278D6FF76}" srcOrd="0" destOrd="0" presId="urn:microsoft.com/office/officeart/2018/2/layout/IconVerticalSolidList"/>
    <dgm:cxn modelId="{19CD8FE8-5365-4E24-B16B-B8FDC7C70916}" type="presParOf" srcId="{3E2670D5-246E-454F-8F67-BEC278D6FF76}" destId="{41EF5084-F849-4EE1-BF91-AECBF8B14864}" srcOrd="0" destOrd="0" presId="urn:microsoft.com/office/officeart/2018/2/layout/IconVerticalSolidList"/>
    <dgm:cxn modelId="{436A1312-3BBA-4CF4-815E-67FF4EB6B6E4}" type="presParOf" srcId="{3E2670D5-246E-454F-8F67-BEC278D6FF76}" destId="{EC523E09-D2A4-4631-8E68-C3633E8902D6}" srcOrd="1" destOrd="0" presId="urn:microsoft.com/office/officeart/2018/2/layout/IconVerticalSolidList"/>
    <dgm:cxn modelId="{352008A0-569F-4B7F-A711-C20CBEFCD609}" type="presParOf" srcId="{3E2670D5-246E-454F-8F67-BEC278D6FF76}" destId="{52C3B3BA-3CC6-4922-9438-9F21BC6FA577}" srcOrd="2" destOrd="0" presId="urn:microsoft.com/office/officeart/2018/2/layout/IconVerticalSolidList"/>
    <dgm:cxn modelId="{2E59E01B-726A-4B55-948D-3551A3EEDCDE}" type="presParOf" srcId="{3E2670D5-246E-454F-8F67-BEC278D6FF76}" destId="{F89327DE-CA8E-4394-A246-0005B7D3AD8C}" srcOrd="3" destOrd="0" presId="urn:microsoft.com/office/officeart/2018/2/layout/IconVerticalSolidList"/>
    <dgm:cxn modelId="{BF22747F-8D9E-416C-931A-C6ACA3F99B71}" type="presParOf" srcId="{F94E28C6-E981-42D1-AA6F-13EA0F513139}" destId="{0CB3C3F5-BA80-4B6F-AF77-73E374D7BAFE}" srcOrd="1" destOrd="0" presId="urn:microsoft.com/office/officeart/2018/2/layout/IconVerticalSolidList"/>
    <dgm:cxn modelId="{A1BCE6D9-04CD-4DF1-91B7-B9CB3ACD127E}" type="presParOf" srcId="{F94E28C6-E981-42D1-AA6F-13EA0F513139}" destId="{F24B6E3B-66AC-4D08-8B25-DC7C1ED1B045}" srcOrd="2" destOrd="0" presId="urn:microsoft.com/office/officeart/2018/2/layout/IconVerticalSolidList"/>
    <dgm:cxn modelId="{08666AC8-80DA-4A7E-8628-99972C574EA5}" type="presParOf" srcId="{F24B6E3B-66AC-4D08-8B25-DC7C1ED1B045}" destId="{435A13BC-1452-40EB-ADB9-BCCD32770F57}" srcOrd="0" destOrd="0" presId="urn:microsoft.com/office/officeart/2018/2/layout/IconVerticalSolidList"/>
    <dgm:cxn modelId="{252D8F26-B14B-4E4A-834F-0736DACCFD87}" type="presParOf" srcId="{F24B6E3B-66AC-4D08-8B25-DC7C1ED1B045}" destId="{82797ED4-5245-47C9-9524-2439C7216D82}" srcOrd="1" destOrd="0" presId="urn:microsoft.com/office/officeart/2018/2/layout/IconVerticalSolidList"/>
    <dgm:cxn modelId="{09D06D2B-2B63-4D51-A832-2ED63141A83C}" type="presParOf" srcId="{F24B6E3B-66AC-4D08-8B25-DC7C1ED1B045}" destId="{1BD91F28-B2BF-48ED-A03D-9E9CACED0495}" srcOrd="2" destOrd="0" presId="urn:microsoft.com/office/officeart/2018/2/layout/IconVerticalSolidList"/>
    <dgm:cxn modelId="{154E332A-EA03-4195-835F-180FE884A981}" type="presParOf" srcId="{F24B6E3B-66AC-4D08-8B25-DC7C1ED1B045}" destId="{05A2D873-C364-473C-895B-FF34A7F1FA1B}" srcOrd="3" destOrd="0" presId="urn:microsoft.com/office/officeart/2018/2/layout/IconVerticalSolidList"/>
    <dgm:cxn modelId="{5359E385-9EDC-41C4-AA66-4B66011CF3BD}" type="presParOf" srcId="{F94E28C6-E981-42D1-AA6F-13EA0F513139}" destId="{C178D897-FBE7-4909-8195-838933CC1EF1}" srcOrd="3" destOrd="0" presId="urn:microsoft.com/office/officeart/2018/2/layout/IconVerticalSolidList"/>
    <dgm:cxn modelId="{FE299CF1-2CD2-4A1B-80EA-86A3848A3C00}" type="presParOf" srcId="{F94E28C6-E981-42D1-AA6F-13EA0F513139}" destId="{CD8DB430-295C-435F-8551-4848BEA7A92C}" srcOrd="4" destOrd="0" presId="urn:microsoft.com/office/officeart/2018/2/layout/IconVerticalSolidList"/>
    <dgm:cxn modelId="{460217D5-208F-4A40-BDCA-70FA03458800}" type="presParOf" srcId="{CD8DB430-295C-435F-8551-4848BEA7A92C}" destId="{A2E17570-6D05-4905-B850-33418CC908A8}" srcOrd="0" destOrd="0" presId="urn:microsoft.com/office/officeart/2018/2/layout/IconVerticalSolidList"/>
    <dgm:cxn modelId="{C31820E7-B6ED-432F-83CC-8C5FCAB3EC90}" type="presParOf" srcId="{CD8DB430-295C-435F-8551-4848BEA7A92C}" destId="{64D86D74-9154-47A9-8CF6-1345E1F52EE1}" srcOrd="1" destOrd="0" presId="urn:microsoft.com/office/officeart/2018/2/layout/IconVerticalSolidList"/>
    <dgm:cxn modelId="{6C915F5F-B020-4124-AC50-123F8CE1C901}" type="presParOf" srcId="{CD8DB430-295C-435F-8551-4848BEA7A92C}" destId="{1AB6A17F-E84B-4DC1-8D9B-26591C935ABC}" srcOrd="2" destOrd="0" presId="urn:microsoft.com/office/officeart/2018/2/layout/IconVerticalSolidList"/>
    <dgm:cxn modelId="{27E1527D-E051-4BA3-872D-C8AE9DBB4687}" type="presParOf" srcId="{CD8DB430-295C-435F-8551-4848BEA7A92C}" destId="{E46C133D-42F1-4E62-BD17-9078640E7DD4}" srcOrd="3" destOrd="0" presId="urn:microsoft.com/office/officeart/2018/2/layout/IconVerticalSolidList"/>
    <dgm:cxn modelId="{E467D811-E5D0-40B0-B312-910E02329FD2}" type="presParOf" srcId="{F94E28C6-E981-42D1-AA6F-13EA0F513139}" destId="{05BB0BC2-E2F7-4820-AEFC-4524DC69D693}" srcOrd="5" destOrd="0" presId="urn:microsoft.com/office/officeart/2018/2/layout/IconVerticalSolidList"/>
    <dgm:cxn modelId="{B5AA9234-F902-46FF-9A3C-1AC6AAB31232}" type="presParOf" srcId="{F94E28C6-E981-42D1-AA6F-13EA0F513139}" destId="{07C823A1-BCC0-4A32-9FF3-DC188052BF70}" srcOrd="6" destOrd="0" presId="urn:microsoft.com/office/officeart/2018/2/layout/IconVerticalSolidList"/>
    <dgm:cxn modelId="{6CA5D965-2D57-4348-9861-79DF22229DFB}" type="presParOf" srcId="{07C823A1-BCC0-4A32-9FF3-DC188052BF70}" destId="{312DE430-5A58-4F2E-8EB8-7B44CC7AD93F}" srcOrd="0" destOrd="0" presId="urn:microsoft.com/office/officeart/2018/2/layout/IconVerticalSolidList"/>
    <dgm:cxn modelId="{36B6AD14-FDDA-4D1F-9F62-BA5556290FA2}" type="presParOf" srcId="{07C823A1-BCC0-4A32-9FF3-DC188052BF70}" destId="{540146DE-6379-4B6C-A5CF-BABF9F369447}" srcOrd="1" destOrd="0" presId="urn:microsoft.com/office/officeart/2018/2/layout/IconVerticalSolidList"/>
    <dgm:cxn modelId="{09E7FFF8-C75D-4688-BC2B-9AE1E4E89CDC}" type="presParOf" srcId="{07C823A1-BCC0-4A32-9FF3-DC188052BF70}" destId="{617A9A2F-52DC-4E9F-9CC5-67A628495236}" srcOrd="2" destOrd="0" presId="urn:microsoft.com/office/officeart/2018/2/layout/IconVerticalSolidList"/>
    <dgm:cxn modelId="{1D5CB145-4AFF-4D63-87B6-185AFE797051}" type="presParOf" srcId="{07C823A1-BCC0-4A32-9FF3-DC188052BF70}" destId="{C7D27D46-6B71-47ED-90FF-D37372BAD2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48287D3-8DDB-4A8D-94D5-85DE6D433DA2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870E57C-028D-40C2-9A41-15C800650B3D}">
      <dgm:prSet/>
      <dgm:spPr/>
      <dgm:t>
        <a:bodyPr/>
        <a:lstStyle/>
        <a:p>
          <a:r>
            <a:rPr lang="es-MX"/>
            <a:t>Un contenedor es una instancia de una imagen</a:t>
          </a:r>
          <a:endParaRPr lang="en-US"/>
        </a:p>
      </dgm:t>
    </dgm:pt>
    <dgm:pt modelId="{B975AD2A-5E23-4B14-8790-8955482091C8}" type="parTrans" cxnId="{337F094C-4ED4-4200-B855-5F065BE4C49C}">
      <dgm:prSet/>
      <dgm:spPr/>
      <dgm:t>
        <a:bodyPr/>
        <a:lstStyle/>
        <a:p>
          <a:endParaRPr lang="en-US"/>
        </a:p>
      </dgm:t>
    </dgm:pt>
    <dgm:pt modelId="{772F47B9-E499-419F-B021-5821B52CA076}" type="sibTrans" cxnId="{337F094C-4ED4-4200-B855-5F065BE4C49C}">
      <dgm:prSet/>
      <dgm:spPr/>
      <dgm:t>
        <a:bodyPr/>
        <a:lstStyle/>
        <a:p>
          <a:endParaRPr lang="en-US"/>
        </a:p>
      </dgm:t>
    </dgm:pt>
    <dgm:pt modelId="{B3E91422-AA97-47A4-8D85-292CEE14A31C}">
      <dgm:prSet/>
      <dgm:spPr/>
      <dgm:t>
        <a:bodyPr/>
        <a:lstStyle/>
        <a:p>
          <a:r>
            <a:rPr lang="es-MX"/>
            <a:t>Es donde la aplicación se ejecuta</a:t>
          </a:r>
          <a:endParaRPr lang="en-US"/>
        </a:p>
      </dgm:t>
    </dgm:pt>
    <dgm:pt modelId="{00A75FA5-61FF-4328-8A5D-FD04B461381E}" type="parTrans" cxnId="{0B378965-388F-4E90-8B4F-C6F11FDDE066}">
      <dgm:prSet/>
      <dgm:spPr/>
      <dgm:t>
        <a:bodyPr/>
        <a:lstStyle/>
        <a:p>
          <a:endParaRPr lang="en-US"/>
        </a:p>
      </dgm:t>
    </dgm:pt>
    <dgm:pt modelId="{33E5078E-9943-40BB-8237-6F4E08443CEC}" type="sibTrans" cxnId="{0B378965-388F-4E90-8B4F-C6F11FDDE066}">
      <dgm:prSet/>
      <dgm:spPr/>
      <dgm:t>
        <a:bodyPr/>
        <a:lstStyle/>
        <a:p>
          <a:endParaRPr lang="en-US"/>
        </a:p>
      </dgm:t>
    </dgm:pt>
    <dgm:pt modelId="{58FF870F-1A57-4BA6-820E-532BEBD383F1}">
      <dgm:prSet/>
      <dgm:spPr/>
      <dgm:t>
        <a:bodyPr/>
        <a:lstStyle/>
        <a:p>
          <a:r>
            <a:rPr lang="es-MX"/>
            <a:t>Se crea a partir de una imagen</a:t>
          </a:r>
          <a:endParaRPr lang="en-US"/>
        </a:p>
      </dgm:t>
    </dgm:pt>
    <dgm:pt modelId="{A528D8A0-B07F-415C-9349-321F04D0ACCB}" type="parTrans" cxnId="{43A749A1-FFEB-44EF-810C-B018120E6993}">
      <dgm:prSet/>
      <dgm:spPr/>
      <dgm:t>
        <a:bodyPr/>
        <a:lstStyle/>
        <a:p>
          <a:endParaRPr lang="en-US"/>
        </a:p>
      </dgm:t>
    </dgm:pt>
    <dgm:pt modelId="{C0EBEE0C-D587-42BF-967B-5EFE8353CEF0}" type="sibTrans" cxnId="{43A749A1-FFEB-44EF-810C-B018120E6993}">
      <dgm:prSet/>
      <dgm:spPr/>
      <dgm:t>
        <a:bodyPr/>
        <a:lstStyle/>
        <a:p>
          <a:endParaRPr lang="en-US"/>
        </a:p>
      </dgm:t>
    </dgm:pt>
    <dgm:pt modelId="{F7A2B8A3-A96F-4BE5-A7BB-F083D65B706E}" type="pres">
      <dgm:prSet presAssocID="{448287D3-8DDB-4A8D-94D5-85DE6D433DA2}" presName="Name0" presStyleCnt="0">
        <dgm:presLayoutVars>
          <dgm:chMax/>
          <dgm:chPref/>
          <dgm:dir/>
          <dgm:animLvl val="lvl"/>
        </dgm:presLayoutVars>
      </dgm:prSet>
      <dgm:spPr/>
    </dgm:pt>
    <dgm:pt modelId="{69940889-9C26-4625-8DD4-219A0E06DE3A}" type="pres">
      <dgm:prSet presAssocID="{C870E57C-028D-40C2-9A41-15C800650B3D}" presName="composite" presStyleCnt="0"/>
      <dgm:spPr/>
    </dgm:pt>
    <dgm:pt modelId="{EA9C3EC0-5171-4255-AA10-4765331C52FD}" type="pres">
      <dgm:prSet presAssocID="{C870E57C-028D-40C2-9A41-15C800650B3D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D35E6F0F-2A2D-4AB3-AEC4-CB959F524EBA}" type="pres">
      <dgm:prSet presAssocID="{C870E57C-028D-40C2-9A41-15C800650B3D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8ED415B-61FF-4F7A-8A7D-8109E59B60B8}" type="pres">
      <dgm:prSet presAssocID="{C870E57C-028D-40C2-9A41-15C800650B3D}" presName="BalanceSpacing" presStyleCnt="0"/>
      <dgm:spPr/>
    </dgm:pt>
    <dgm:pt modelId="{1CF38313-87EF-451D-B793-E7742F45C19E}" type="pres">
      <dgm:prSet presAssocID="{C870E57C-028D-40C2-9A41-15C800650B3D}" presName="BalanceSpacing1" presStyleCnt="0"/>
      <dgm:spPr/>
    </dgm:pt>
    <dgm:pt modelId="{44146C2C-4224-4773-8F4E-0C2E6781EC54}" type="pres">
      <dgm:prSet presAssocID="{772F47B9-E499-419F-B021-5821B52CA076}" presName="Accent1Text" presStyleLbl="node1" presStyleIdx="1" presStyleCnt="6"/>
      <dgm:spPr/>
    </dgm:pt>
    <dgm:pt modelId="{F76B7E2F-FDE5-4843-980D-AD87661EABAA}" type="pres">
      <dgm:prSet presAssocID="{772F47B9-E499-419F-B021-5821B52CA076}" presName="spaceBetweenRectangles" presStyleCnt="0"/>
      <dgm:spPr/>
    </dgm:pt>
    <dgm:pt modelId="{C79C68B7-C4C0-4969-90D1-4522B9C27069}" type="pres">
      <dgm:prSet presAssocID="{B3E91422-AA97-47A4-8D85-292CEE14A31C}" presName="composite" presStyleCnt="0"/>
      <dgm:spPr/>
    </dgm:pt>
    <dgm:pt modelId="{8A079B2B-730B-4781-93FD-26FB62E61E2A}" type="pres">
      <dgm:prSet presAssocID="{B3E91422-AA97-47A4-8D85-292CEE14A31C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67B2B679-8963-4D69-881A-CB85CA41A1A5}" type="pres">
      <dgm:prSet presAssocID="{B3E91422-AA97-47A4-8D85-292CEE14A31C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9AE0402D-F5D5-4A36-B14D-418F2F6FF335}" type="pres">
      <dgm:prSet presAssocID="{B3E91422-AA97-47A4-8D85-292CEE14A31C}" presName="BalanceSpacing" presStyleCnt="0"/>
      <dgm:spPr/>
    </dgm:pt>
    <dgm:pt modelId="{23D1A380-DF26-4B49-979D-42210C69047F}" type="pres">
      <dgm:prSet presAssocID="{B3E91422-AA97-47A4-8D85-292CEE14A31C}" presName="BalanceSpacing1" presStyleCnt="0"/>
      <dgm:spPr/>
    </dgm:pt>
    <dgm:pt modelId="{48D18E2C-5F08-4B6E-8676-F34B8F03C6FD}" type="pres">
      <dgm:prSet presAssocID="{33E5078E-9943-40BB-8237-6F4E08443CEC}" presName="Accent1Text" presStyleLbl="node1" presStyleIdx="3" presStyleCnt="6"/>
      <dgm:spPr/>
    </dgm:pt>
    <dgm:pt modelId="{74F9306B-9A1C-4A76-BF1C-21D9183ACF3A}" type="pres">
      <dgm:prSet presAssocID="{33E5078E-9943-40BB-8237-6F4E08443CEC}" presName="spaceBetweenRectangles" presStyleCnt="0"/>
      <dgm:spPr/>
    </dgm:pt>
    <dgm:pt modelId="{01F4CE23-AFC9-4DA4-B1BE-C79AFD07A0FD}" type="pres">
      <dgm:prSet presAssocID="{58FF870F-1A57-4BA6-820E-532BEBD383F1}" presName="composite" presStyleCnt="0"/>
      <dgm:spPr/>
    </dgm:pt>
    <dgm:pt modelId="{7F9F0469-E6C5-4A5C-A0D2-742934A753B5}" type="pres">
      <dgm:prSet presAssocID="{58FF870F-1A57-4BA6-820E-532BEBD383F1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6E39D4AC-D884-4320-84DB-11CD4E2945DD}" type="pres">
      <dgm:prSet presAssocID="{58FF870F-1A57-4BA6-820E-532BEBD383F1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9BEE5FAA-A13B-4D66-BBC7-42AA9F77DE07}" type="pres">
      <dgm:prSet presAssocID="{58FF870F-1A57-4BA6-820E-532BEBD383F1}" presName="BalanceSpacing" presStyleCnt="0"/>
      <dgm:spPr/>
    </dgm:pt>
    <dgm:pt modelId="{F3753D5A-A390-470F-95E0-8B2432823B7F}" type="pres">
      <dgm:prSet presAssocID="{58FF870F-1A57-4BA6-820E-532BEBD383F1}" presName="BalanceSpacing1" presStyleCnt="0"/>
      <dgm:spPr/>
    </dgm:pt>
    <dgm:pt modelId="{712CC527-FA35-418A-91DF-D3EEB006D81D}" type="pres">
      <dgm:prSet presAssocID="{C0EBEE0C-D587-42BF-967B-5EFE8353CEF0}" presName="Accent1Text" presStyleLbl="node1" presStyleIdx="5" presStyleCnt="6"/>
      <dgm:spPr/>
    </dgm:pt>
  </dgm:ptLst>
  <dgm:cxnLst>
    <dgm:cxn modelId="{3AE2B61B-356E-4462-8A23-2E464C7AC65B}" type="presOf" srcId="{C870E57C-028D-40C2-9A41-15C800650B3D}" destId="{EA9C3EC0-5171-4255-AA10-4765331C52FD}" srcOrd="0" destOrd="0" presId="urn:microsoft.com/office/officeart/2008/layout/AlternatingHexagons"/>
    <dgm:cxn modelId="{0B378965-388F-4E90-8B4F-C6F11FDDE066}" srcId="{448287D3-8DDB-4A8D-94D5-85DE6D433DA2}" destId="{B3E91422-AA97-47A4-8D85-292CEE14A31C}" srcOrd="1" destOrd="0" parTransId="{00A75FA5-61FF-4328-8A5D-FD04B461381E}" sibTransId="{33E5078E-9943-40BB-8237-6F4E08443CEC}"/>
    <dgm:cxn modelId="{337F094C-4ED4-4200-B855-5F065BE4C49C}" srcId="{448287D3-8DDB-4A8D-94D5-85DE6D433DA2}" destId="{C870E57C-028D-40C2-9A41-15C800650B3D}" srcOrd="0" destOrd="0" parTransId="{B975AD2A-5E23-4B14-8790-8955482091C8}" sibTransId="{772F47B9-E499-419F-B021-5821B52CA076}"/>
    <dgm:cxn modelId="{4C06AB7D-ECD3-4ADB-9C51-F45E5A84709E}" type="presOf" srcId="{772F47B9-E499-419F-B021-5821B52CA076}" destId="{44146C2C-4224-4773-8F4E-0C2E6781EC54}" srcOrd="0" destOrd="0" presId="urn:microsoft.com/office/officeart/2008/layout/AlternatingHexagons"/>
    <dgm:cxn modelId="{01001580-5B6B-439F-AB98-311301A0C536}" type="presOf" srcId="{B3E91422-AA97-47A4-8D85-292CEE14A31C}" destId="{8A079B2B-730B-4781-93FD-26FB62E61E2A}" srcOrd="0" destOrd="0" presId="urn:microsoft.com/office/officeart/2008/layout/AlternatingHexagons"/>
    <dgm:cxn modelId="{EF1F019B-8C4C-439F-89C7-FDA98C3EA5DC}" type="presOf" srcId="{58FF870F-1A57-4BA6-820E-532BEBD383F1}" destId="{7F9F0469-E6C5-4A5C-A0D2-742934A753B5}" srcOrd="0" destOrd="0" presId="urn:microsoft.com/office/officeart/2008/layout/AlternatingHexagons"/>
    <dgm:cxn modelId="{43A749A1-FFEB-44EF-810C-B018120E6993}" srcId="{448287D3-8DDB-4A8D-94D5-85DE6D433DA2}" destId="{58FF870F-1A57-4BA6-820E-532BEBD383F1}" srcOrd="2" destOrd="0" parTransId="{A528D8A0-B07F-415C-9349-321F04D0ACCB}" sibTransId="{C0EBEE0C-D587-42BF-967B-5EFE8353CEF0}"/>
    <dgm:cxn modelId="{E49F50BF-F800-4592-ACD0-D18C1D3E98BD}" type="presOf" srcId="{C0EBEE0C-D587-42BF-967B-5EFE8353CEF0}" destId="{712CC527-FA35-418A-91DF-D3EEB006D81D}" srcOrd="0" destOrd="0" presId="urn:microsoft.com/office/officeart/2008/layout/AlternatingHexagons"/>
    <dgm:cxn modelId="{B8F19BE1-F7AB-4A4B-8579-40FC4826B36D}" type="presOf" srcId="{33E5078E-9943-40BB-8237-6F4E08443CEC}" destId="{48D18E2C-5F08-4B6E-8676-F34B8F03C6FD}" srcOrd="0" destOrd="0" presId="urn:microsoft.com/office/officeart/2008/layout/AlternatingHexagons"/>
    <dgm:cxn modelId="{E9417FE4-BD71-4B04-BF9B-1047CBB08391}" type="presOf" srcId="{448287D3-8DDB-4A8D-94D5-85DE6D433DA2}" destId="{F7A2B8A3-A96F-4BE5-A7BB-F083D65B706E}" srcOrd="0" destOrd="0" presId="urn:microsoft.com/office/officeart/2008/layout/AlternatingHexagons"/>
    <dgm:cxn modelId="{7469B96D-5E7E-4226-8D63-25B9BF74D0FF}" type="presParOf" srcId="{F7A2B8A3-A96F-4BE5-A7BB-F083D65B706E}" destId="{69940889-9C26-4625-8DD4-219A0E06DE3A}" srcOrd="0" destOrd="0" presId="urn:microsoft.com/office/officeart/2008/layout/AlternatingHexagons"/>
    <dgm:cxn modelId="{037A3731-D86A-445A-8FF9-53A3722FEDAD}" type="presParOf" srcId="{69940889-9C26-4625-8DD4-219A0E06DE3A}" destId="{EA9C3EC0-5171-4255-AA10-4765331C52FD}" srcOrd="0" destOrd="0" presId="urn:microsoft.com/office/officeart/2008/layout/AlternatingHexagons"/>
    <dgm:cxn modelId="{D67A4A7C-D749-4B2F-90E9-CE76BD8D2723}" type="presParOf" srcId="{69940889-9C26-4625-8DD4-219A0E06DE3A}" destId="{D35E6F0F-2A2D-4AB3-AEC4-CB959F524EBA}" srcOrd="1" destOrd="0" presId="urn:microsoft.com/office/officeart/2008/layout/AlternatingHexagons"/>
    <dgm:cxn modelId="{C4EFFF2F-08A5-4F1C-8516-48C553E26098}" type="presParOf" srcId="{69940889-9C26-4625-8DD4-219A0E06DE3A}" destId="{78ED415B-61FF-4F7A-8A7D-8109E59B60B8}" srcOrd="2" destOrd="0" presId="urn:microsoft.com/office/officeart/2008/layout/AlternatingHexagons"/>
    <dgm:cxn modelId="{FE3C7EB1-E642-4631-A350-9713338EF435}" type="presParOf" srcId="{69940889-9C26-4625-8DD4-219A0E06DE3A}" destId="{1CF38313-87EF-451D-B793-E7742F45C19E}" srcOrd="3" destOrd="0" presId="urn:microsoft.com/office/officeart/2008/layout/AlternatingHexagons"/>
    <dgm:cxn modelId="{F9B32FB9-D025-453B-ADD0-633E4163532B}" type="presParOf" srcId="{69940889-9C26-4625-8DD4-219A0E06DE3A}" destId="{44146C2C-4224-4773-8F4E-0C2E6781EC54}" srcOrd="4" destOrd="0" presId="urn:microsoft.com/office/officeart/2008/layout/AlternatingHexagons"/>
    <dgm:cxn modelId="{0A82FC28-280A-4DB9-9BA2-2D4BF93B5DF0}" type="presParOf" srcId="{F7A2B8A3-A96F-4BE5-A7BB-F083D65B706E}" destId="{F76B7E2F-FDE5-4843-980D-AD87661EABAA}" srcOrd="1" destOrd="0" presId="urn:microsoft.com/office/officeart/2008/layout/AlternatingHexagons"/>
    <dgm:cxn modelId="{0581EEF7-65BB-4E59-AE2C-71FFE3EF0AB5}" type="presParOf" srcId="{F7A2B8A3-A96F-4BE5-A7BB-F083D65B706E}" destId="{C79C68B7-C4C0-4969-90D1-4522B9C27069}" srcOrd="2" destOrd="0" presId="urn:microsoft.com/office/officeart/2008/layout/AlternatingHexagons"/>
    <dgm:cxn modelId="{17EB30A1-1AC7-4E8C-BEC2-DF71D88AF0B5}" type="presParOf" srcId="{C79C68B7-C4C0-4969-90D1-4522B9C27069}" destId="{8A079B2B-730B-4781-93FD-26FB62E61E2A}" srcOrd="0" destOrd="0" presId="urn:microsoft.com/office/officeart/2008/layout/AlternatingHexagons"/>
    <dgm:cxn modelId="{99A67586-BF2F-412A-84AF-C98A22B81E81}" type="presParOf" srcId="{C79C68B7-C4C0-4969-90D1-4522B9C27069}" destId="{67B2B679-8963-4D69-881A-CB85CA41A1A5}" srcOrd="1" destOrd="0" presId="urn:microsoft.com/office/officeart/2008/layout/AlternatingHexagons"/>
    <dgm:cxn modelId="{4BF168B9-8195-4413-921B-29D1641C51E7}" type="presParOf" srcId="{C79C68B7-C4C0-4969-90D1-4522B9C27069}" destId="{9AE0402D-F5D5-4A36-B14D-418F2F6FF335}" srcOrd="2" destOrd="0" presId="urn:microsoft.com/office/officeart/2008/layout/AlternatingHexagons"/>
    <dgm:cxn modelId="{35938585-C636-43F6-B2F7-5A429652422D}" type="presParOf" srcId="{C79C68B7-C4C0-4969-90D1-4522B9C27069}" destId="{23D1A380-DF26-4B49-979D-42210C69047F}" srcOrd="3" destOrd="0" presId="urn:microsoft.com/office/officeart/2008/layout/AlternatingHexagons"/>
    <dgm:cxn modelId="{AAD0612F-A6DD-4586-B9F1-66B3CD457C1A}" type="presParOf" srcId="{C79C68B7-C4C0-4969-90D1-4522B9C27069}" destId="{48D18E2C-5F08-4B6E-8676-F34B8F03C6FD}" srcOrd="4" destOrd="0" presId="urn:microsoft.com/office/officeart/2008/layout/AlternatingHexagons"/>
    <dgm:cxn modelId="{B332A0A3-5D5E-4232-B8FB-57941AAC5146}" type="presParOf" srcId="{F7A2B8A3-A96F-4BE5-A7BB-F083D65B706E}" destId="{74F9306B-9A1C-4A76-BF1C-21D9183ACF3A}" srcOrd="3" destOrd="0" presId="urn:microsoft.com/office/officeart/2008/layout/AlternatingHexagons"/>
    <dgm:cxn modelId="{38F0C844-8594-4469-BC9E-8164CFE822C5}" type="presParOf" srcId="{F7A2B8A3-A96F-4BE5-A7BB-F083D65B706E}" destId="{01F4CE23-AFC9-4DA4-B1BE-C79AFD07A0FD}" srcOrd="4" destOrd="0" presId="urn:microsoft.com/office/officeart/2008/layout/AlternatingHexagons"/>
    <dgm:cxn modelId="{D28339F5-F6BD-43D5-A04C-7B8955F7A452}" type="presParOf" srcId="{01F4CE23-AFC9-4DA4-B1BE-C79AFD07A0FD}" destId="{7F9F0469-E6C5-4A5C-A0D2-742934A753B5}" srcOrd="0" destOrd="0" presId="urn:microsoft.com/office/officeart/2008/layout/AlternatingHexagons"/>
    <dgm:cxn modelId="{D2800262-D9EC-4499-958D-1AAEE8BE4EBB}" type="presParOf" srcId="{01F4CE23-AFC9-4DA4-B1BE-C79AFD07A0FD}" destId="{6E39D4AC-D884-4320-84DB-11CD4E2945DD}" srcOrd="1" destOrd="0" presId="urn:microsoft.com/office/officeart/2008/layout/AlternatingHexagons"/>
    <dgm:cxn modelId="{DDCE6157-D836-4B26-879C-094DA49805E6}" type="presParOf" srcId="{01F4CE23-AFC9-4DA4-B1BE-C79AFD07A0FD}" destId="{9BEE5FAA-A13B-4D66-BBC7-42AA9F77DE07}" srcOrd="2" destOrd="0" presId="urn:microsoft.com/office/officeart/2008/layout/AlternatingHexagons"/>
    <dgm:cxn modelId="{8C210760-C76A-4B97-91FC-521CD229FB8A}" type="presParOf" srcId="{01F4CE23-AFC9-4DA4-B1BE-C79AFD07A0FD}" destId="{F3753D5A-A390-470F-95E0-8B2432823B7F}" srcOrd="3" destOrd="0" presId="urn:microsoft.com/office/officeart/2008/layout/AlternatingHexagons"/>
    <dgm:cxn modelId="{A340E170-7F2B-4F82-A4E9-2F1A94F5FA7A}" type="presParOf" srcId="{01F4CE23-AFC9-4DA4-B1BE-C79AFD07A0FD}" destId="{712CC527-FA35-418A-91DF-D3EEB006D81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8CA454C-124D-4206-B949-636D132394E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A8C901F1-02AF-407C-AAAF-AEA6AD1115EF}">
      <dgm:prSet phldrT="[Texto]"/>
      <dgm:spPr/>
      <dgm:t>
        <a:bodyPr/>
        <a:lstStyle/>
        <a:p>
          <a:pPr>
            <a:buNone/>
          </a:pPr>
          <a:r>
            <a:rPr lang="es-MX" dirty="0"/>
            <a:t>Una imagen puede generar muchos contenedores</a:t>
          </a:r>
          <a:endParaRPr lang="es-EC" dirty="0"/>
        </a:p>
      </dgm:t>
    </dgm:pt>
    <dgm:pt modelId="{90CE0068-F8A9-4859-BD96-38C0517FE927}" type="parTrans" cxnId="{BEC99715-C02B-4C21-A142-891BF83CB583}">
      <dgm:prSet/>
      <dgm:spPr/>
      <dgm:t>
        <a:bodyPr/>
        <a:lstStyle/>
        <a:p>
          <a:endParaRPr lang="es-EC"/>
        </a:p>
      </dgm:t>
    </dgm:pt>
    <dgm:pt modelId="{A2ABE79E-24A0-4FD9-8629-291D5C7CF5B2}" type="sibTrans" cxnId="{BEC99715-C02B-4C21-A142-891BF83CB583}">
      <dgm:prSet/>
      <dgm:spPr/>
      <dgm:t>
        <a:bodyPr/>
        <a:lstStyle/>
        <a:p>
          <a:endParaRPr lang="es-EC"/>
        </a:p>
      </dgm:t>
    </dgm:pt>
    <dgm:pt modelId="{FDA083F8-BBE7-4012-B6C0-9993FA3A3EA9}">
      <dgm:prSet phldrT="[Texto]"/>
      <dgm:spPr/>
      <dgm:t>
        <a:bodyPr/>
        <a:lstStyle/>
        <a:p>
          <a:pPr>
            <a:buNone/>
          </a:pPr>
          <a:r>
            <a:rPr lang="es-EC" dirty="0"/>
            <a:t>Cada contenedor es independiente</a:t>
          </a:r>
        </a:p>
      </dgm:t>
    </dgm:pt>
    <dgm:pt modelId="{930A4610-15A1-46A3-981C-1FACDD646355}" type="parTrans" cxnId="{95D8F31C-31FC-4F07-94B9-8C88BFBAE3BD}">
      <dgm:prSet/>
      <dgm:spPr/>
      <dgm:t>
        <a:bodyPr/>
        <a:lstStyle/>
        <a:p>
          <a:endParaRPr lang="es-EC"/>
        </a:p>
      </dgm:t>
    </dgm:pt>
    <dgm:pt modelId="{3DEE43C1-ADD8-45BD-A48D-6D1A7783996A}" type="sibTrans" cxnId="{95D8F31C-31FC-4F07-94B9-8C88BFBAE3BD}">
      <dgm:prSet/>
      <dgm:spPr/>
      <dgm:t>
        <a:bodyPr/>
        <a:lstStyle/>
        <a:p>
          <a:endParaRPr lang="es-EC"/>
        </a:p>
      </dgm:t>
    </dgm:pt>
    <dgm:pt modelId="{F338D5FD-A973-4CB5-B31C-D56172F27373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dirty="0"/>
            <a:t>Todos parten de la misma imagen</a:t>
          </a:r>
          <a:endParaRPr lang="es-EC" dirty="0"/>
        </a:p>
      </dgm:t>
    </dgm:pt>
    <dgm:pt modelId="{E57025DD-B375-47FD-A2E0-512DB9A91FF4}" type="parTrans" cxnId="{2552FB91-0181-4AA2-BBD8-8F98F2D28A83}">
      <dgm:prSet/>
      <dgm:spPr/>
      <dgm:t>
        <a:bodyPr/>
        <a:lstStyle/>
        <a:p>
          <a:endParaRPr lang="es-EC"/>
        </a:p>
      </dgm:t>
    </dgm:pt>
    <dgm:pt modelId="{43F97868-D4F5-4012-8930-3DD81D7E392B}" type="sibTrans" cxnId="{2552FB91-0181-4AA2-BBD8-8F98F2D28A83}">
      <dgm:prSet/>
      <dgm:spPr/>
      <dgm:t>
        <a:bodyPr/>
        <a:lstStyle/>
        <a:p>
          <a:endParaRPr lang="es-EC"/>
        </a:p>
      </dgm:t>
    </dgm:pt>
    <dgm:pt modelId="{C1238227-C324-4CA6-8030-E39B0F264451}" type="pres">
      <dgm:prSet presAssocID="{88CA454C-124D-4206-B949-636D132394E8}" presName="Name0" presStyleCnt="0">
        <dgm:presLayoutVars>
          <dgm:dir/>
          <dgm:resizeHandles val="exact"/>
        </dgm:presLayoutVars>
      </dgm:prSet>
      <dgm:spPr/>
    </dgm:pt>
    <dgm:pt modelId="{CDDFE972-A8ED-4042-93C9-5540BBD014F7}" type="pres">
      <dgm:prSet presAssocID="{A8C901F1-02AF-407C-AAAF-AEA6AD1115EF}" presName="node" presStyleLbl="node1" presStyleIdx="0" presStyleCnt="3">
        <dgm:presLayoutVars>
          <dgm:bulletEnabled val="1"/>
        </dgm:presLayoutVars>
      </dgm:prSet>
      <dgm:spPr/>
    </dgm:pt>
    <dgm:pt modelId="{6F1118C7-4404-4BF4-8C2F-50BFFDA96218}" type="pres">
      <dgm:prSet presAssocID="{A2ABE79E-24A0-4FD9-8629-291D5C7CF5B2}" presName="sibTrans" presStyleLbl="sibTrans2D1" presStyleIdx="0" presStyleCnt="2"/>
      <dgm:spPr/>
    </dgm:pt>
    <dgm:pt modelId="{35526598-2A94-4C07-8837-B434FCDE976A}" type="pres">
      <dgm:prSet presAssocID="{A2ABE79E-24A0-4FD9-8629-291D5C7CF5B2}" presName="connectorText" presStyleLbl="sibTrans2D1" presStyleIdx="0" presStyleCnt="2"/>
      <dgm:spPr/>
    </dgm:pt>
    <dgm:pt modelId="{D2C31D1D-D53F-478C-B979-4C8E9E20F347}" type="pres">
      <dgm:prSet presAssocID="{FDA083F8-BBE7-4012-B6C0-9993FA3A3EA9}" presName="node" presStyleLbl="node1" presStyleIdx="1" presStyleCnt="3">
        <dgm:presLayoutVars>
          <dgm:bulletEnabled val="1"/>
        </dgm:presLayoutVars>
      </dgm:prSet>
      <dgm:spPr/>
    </dgm:pt>
    <dgm:pt modelId="{86EE0B4B-0E0C-4A13-B1CF-9C88728BF47C}" type="pres">
      <dgm:prSet presAssocID="{3DEE43C1-ADD8-45BD-A48D-6D1A7783996A}" presName="sibTrans" presStyleLbl="sibTrans2D1" presStyleIdx="1" presStyleCnt="2"/>
      <dgm:spPr/>
    </dgm:pt>
    <dgm:pt modelId="{C3247EB0-6104-427E-B316-D48DC0415765}" type="pres">
      <dgm:prSet presAssocID="{3DEE43C1-ADD8-45BD-A48D-6D1A7783996A}" presName="connectorText" presStyleLbl="sibTrans2D1" presStyleIdx="1" presStyleCnt="2"/>
      <dgm:spPr/>
    </dgm:pt>
    <dgm:pt modelId="{5750A063-137D-4665-806A-CB1048C7E0AA}" type="pres">
      <dgm:prSet presAssocID="{F338D5FD-A973-4CB5-B31C-D56172F27373}" presName="node" presStyleLbl="node1" presStyleIdx="2" presStyleCnt="3">
        <dgm:presLayoutVars>
          <dgm:bulletEnabled val="1"/>
        </dgm:presLayoutVars>
      </dgm:prSet>
      <dgm:spPr/>
    </dgm:pt>
  </dgm:ptLst>
  <dgm:cxnLst>
    <dgm:cxn modelId="{99D0A90E-84E9-470F-A586-62C486E98E71}" type="presOf" srcId="{FDA083F8-BBE7-4012-B6C0-9993FA3A3EA9}" destId="{D2C31D1D-D53F-478C-B979-4C8E9E20F347}" srcOrd="0" destOrd="0" presId="urn:microsoft.com/office/officeart/2005/8/layout/process1"/>
    <dgm:cxn modelId="{BEC99715-C02B-4C21-A142-891BF83CB583}" srcId="{88CA454C-124D-4206-B949-636D132394E8}" destId="{A8C901F1-02AF-407C-AAAF-AEA6AD1115EF}" srcOrd="0" destOrd="0" parTransId="{90CE0068-F8A9-4859-BD96-38C0517FE927}" sibTransId="{A2ABE79E-24A0-4FD9-8629-291D5C7CF5B2}"/>
    <dgm:cxn modelId="{95D8F31C-31FC-4F07-94B9-8C88BFBAE3BD}" srcId="{88CA454C-124D-4206-B949-636D132394E8}" destId="{FDA083F8-BBE7-4012-B6C0-9993FA3A3EA9}" srcOrd="1" destOrd="0" parTransId="{930A4610-15A1-46A3-981C-1FACDD646355}" sibTransId="{3DEE43C1-ADD8-45BD-A48D-6D1A7783996A}"/>
    <dgm:cxn modelId="{9215641D-9869-48C6-AC89-7DD2CD40D92F}" type="presOf" srcId="{88CA454C-124D-4206-B949-636D132394E8}" destId="{C1238227-C324-4CA6-8030-E39B0F264451}" srcOrd="0" destOrd="0" presId="urn:microsoft.com/office/officeart/2005/8/layout/process1"/>
    <dgm:cxn modelId="{0EFDC020-6295-480E-A7BB-6A473A81707A}" type="presOf" srcId="{A2ABE79E-24A0-4FD9-8629-291D5C7CF5B2}" destId="{35526598-2A94-4C07-8837-B434FCDE976A}" srcOrd="1" destOrd="0" presId="urn:microsoft.com/office/officeart/2005/8/layout/process1"/>
    <dgm:cxn modelId="{CB2E2A31-0340-4BD0-97F8-879CA91DB4EA}" type="presOf" srcId="{3DEE43C1-ADD8-45BD-A48D-6D1A7783996A}" destId="{86EE0B4B-0E0C-4A13-B1CF-9C88728BF47C}" srcOrd="0" destOrd="0" presId="urn:microsoft.com/office/officeart/2005/8/layout/process1"/>
    <dgm:cxn modelId="{41475F36-CA36-4A02-A580-C8B77EEDAD35}" type="presOf" srcId="{3DEE43C1-ADD8-45BD-A48D-6D1A7783996A}" destId="{C3247EB0-6104-427E-B316-D48DC0415765}" srcOrd="1" destOrd="0" presId="urn:microsoft.com/office/officeart/2005/8/layout/process1"/>
    <dgm:cxn modelId="{36163F3F-3F36-4544-A969-10D97A06BE78}" type="presOf" srcId="{A8C901F1-02AF-407C-AAAF-AEA6AD1115EF}" destId="{CDDFE972-A8ED-4042-93C9-5540BBD014F7}" srcOrd="0" destOrd="0" presId="urn:microsoft.com/office/officeart/2005/8/layout/process1"/>
    <dgm:cxn modelId="{2552FB91-0181-4AA2-BBD8-8F98F2D28A83}" srcId="{88CA454C-124D-4206-B949-636D132394E8}" destId="{F338D5FD-A973-4CB5-B31C-D56172F27373}" srcOrd="2" destOrd="0" parTransId="{E57025DD-B375-47FD-A2E0-512DB9A91FF4}" sibTransId="{43F97868-D4F5-4012-8930-3DD81D7E392B}"/>
    <dgm:cxn modelId="{B3A93EA3-7AE7-436F-9419-F0D756CFA46A}" type="presOf" srcId="{F338D5FD-A973-4CB5-B31C-D56172F27373}" destId="{5750A063-137D-4665-806A-CB1048C7E0AA}" srcOrd="0" destOrd="0" presId="urn:microsoft.com/office/officeart/2005/8/layout/process1"/>
    <dgm:cxn modelId="{0E02FADB-D3F9-473D-AD4D-5BE39F9352DC}" type="presOf" srcId="{A2ABE79E-24A0-4FD9-8629-291D5C7CF5B2}" destId="{6F1118C7-4404-4BF4-8C2F-50BFFDA96218}" srcOrd="0" destOrd="0" presId="urn:microsoft.com/office/officeart/2005/8/layout/process1"/>
    <dgm:cxn modelId="{28F2AD3A-3BBF-4CF9-80BB-B4B207C25593}" type="presParOf" srcId="{C1238227-C324-4CA6-8030-E39B0F264451}" destId="{CDDFE972-A8ED-4042-93C9-5540BBD014F7}" srcOrd="0" destOrd="0" presId="urn:microsoft.com/office/officeart/2005/8/layout/process1"/>
    <dgm:cxn modelId="{E55F97C7-23C8-4DF5-AACC-C0DC257AC8FA}" type="presParOf" srcId="{C1238227-C324-4CA6-8030-E39B0F264451}" destId="{6F1118C7-4404-4BF4-8C2F-50BFFDA96218}" srcOrd="1" destOrd="0" presId="urn:microsoft.com/office/officeart/2005/8/layout/process1"/>
    <dgm:cxn modelId="{3E428673-23A1-41B2-BAEC-0F87AD4A5B6F}" type="presParOf" srcId="{6F1118C7-4404-4BF4-8C2F-50BFFDA96218}" destId="{35526598-2A94-4C07-8837-B434FCDE976A}" srcOrd="0" destOrd="0" presId="urn:microsoft.com/office/officeart/2005/8/layout/process1"/>
    <dgm:cxn modelId="{FA5D9118-D187-4F0E-BC73-D32C04901EBA}" type="presParOf" srcId="{C1238227-C324-4CA6-8030-E39B0F264451}" destId="{D2C31D1D-D53F-478C-B979-4C8E9E20F347}" srcOrd="2" destOrd="0" presId="urn:microsoft.com/office/officeart/2005/8/layout/process1"/>
    <dgm:cxn modelId="{27268A16-D16F-438D-B95D-7304E6490104}" type="presParOf" srcId="{C1238227-C324-4CA6-8030-E39B0F264451}" destId="{86EE0B4B-0E0C-4A13-B1CF-9C88728BF47C}" srcOrd="3" destOrd="0" presId="urn:microsoft.com/office/officeart/2005/8/layout/process1"/>
    <dgm:cxn modelId="{BD4A54DB-7FAD-4BA7-870D-D748E90721E3}" type="presParOf" srcId="{86EE0B4B-0E0C-4A13-B1CF-9C88728BF47C}" destId="{C3247EB0-6104-427E-B316-D48DC0415765}" srcOrd="0" destOrd="0" presId="urn:microsoft.com/office/officeart/2005/8/layout/process1"/>
    <dgm:cxn modelId="{D5D961B5-A65B-46D7-BCA4-A96A89E42EBF}" type="presParOf" srcId="{C1238227-C324-4CA6-8030-E39B0F264451}" destId="{5750A063-137D-4665-806A-CB1048C7E0A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478BB93-9F47-4D14-9927-D5852962F0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4731A3-6BFF-4A4D-8858-D0539D221F84}">
      <dgm:prSet/>
      <dgm:spPr/>
      <dgm:t>
        <a:bodyPr/>
        <a:lstStyle/>
        <a:p>
          <a:r>
            <a:rPr lang="es-EC" b="0" i="0" baseline="0"/>
            <a:t>La aplicación se ejecuta</a:t>
          </a:r>
          <a:endParaRPr lang="en-US"/>
        </a:p>
      </dgm:t>
    </dgm:pt>
    <dgm:pt modelId="{E7FA2931-6EB9-4F7C-817A-CE21DD75097C}" type="parTrans" cxnId="{E2C89A9E-4DC2-46A8-97D7-DEEBE4C33155}">
      <dgm:prSet/>
      <dgm:spPr/>
      <dgm:t>
        <a:bodyPr/>
        <a:lstStyle/>
        <a:p>
          <a:endParaRPr lang="en-US"/>
        </a:p>
      </dgm:t>
    </dgm:pt>
    <dgm:pt modelId="{AAD1EA2E-6490-4C60-AD76-6B80C12F2053}" type="sibTrans" cxnId="{E2C89A9E-4DC2-46A8-97D7-DEEBE4C33155}">
      <dgm:prSet/>
      <dgm:spPr/>
      <dgm:t>
        <a:bodyPr/>
        <a:lstStyle/>
        <a:p>
          <a:endParaRPr lang="en-US"/>
        </a:p>
      </dgm:t>
    </dgm:pt>
    <dgm:pt modelId="{B87D696C-D400-442F-977B-584037661866}">
      <dgm:prSet/>
      <dgm:spPr/>
      <dgm:t>
        <a:bodyPr/>
        <a:lstStyle/>
        <a:p>
          <a:r>
            <a:rPr lang="es-EC" b="0" i="0" baseline="0"/>
            <a:t>Usa las librerías de la imagen</a:t>
          </a:r>
          <a:endParaRPr lang="en-US"/>
        </a:p>
      </dgm:t>
    </dgm:pt>
    <dgm:pt modelId="{2108558D-E09F-4EC4-918E-69A72DDE216F}" type="parTrans" cxnId="{D5607D2B-9680-4C82-94F8-1BCF4F814F24}">
      <dgm:prSet/>
      <dgm:spPr/>
      <dgm:t>
        <a:bodyPr/>
        <a:lstStyle/>
        <a:p>
          <a:endParaRPr lang="en-US"/>
        </a:p>
      </dgm:t>
    </dgm:pt>
    <dgm:pt modelId="{D296288C-CCC2-4A98-A779-5FA0638B7AA2}" type="sibTrans" cxnId="{D5607D2B-9680-4C82-94F8-1BCF4F814F24}">
      <dgm:prSet/>
      <dgm:spPr/>
      <dgm:t>
        <a:bodyPr/>
        <a:lstStyle/>
        <a:p>
          <a:endParaRPr lang="en-US"/>
        </a:p>
      </dgm:t>
    </dgm:pt>
    <dgm:pt modelId="{4CF32A3E-D2CF-4A2D-91C8-0322CAA7CDE7}">
      <dgm:prSet/>
      <dgm:spPr/>
      <dgm:t>
        <a:bodyPr/>
        <a:lstStyle/>
        <a:p>
          <a:r>
            <a:rPr lang="es-EC" b="0" i="0" baseline="0"/>
            <a:t>Se comporta como un proceso aislado</a:t>
          </a:r>
          <a:endParaRPr lang="en-US"/>
        </a:p>
      </dgm:t>
    </dgm:pt>
    <dgm:pt modelId="{4B68DF0A-7EFB-40A1-A5D8-EE7E81D95478}" type="parTrans" cxnId="{CBC961E2-4AB4-4BF0-A144-4A513800086C}">
      <dgm:prSet/>
      <dgm:spPr/>
      <dgm:t>
        <a:bodyPr/>
        <a:lstStyle/>
        <a:p>
          <a:endParaRPr lang="en-US"/>
        </a:p>
      </dgm:t>
    </dgm:pt>
    <dgm:pt modelId="{9739ABDF-3657-42AC-99FF-9AE9E2B5AD77}" type="sibTrans" cxnId="{CBC961E2-4AB4-4BF0-A144-4A513800086C}">
      <dgm:prSet/>
      <dgm:spPr/>
      <dgm:t>
        <a:bodyPr/>
        <a:lstStyle/>
        <a:p>
          <a:endParaRPr lang="en-US"/>
        </a:p>
      </dgm:t>
    </dgm:pt>
    <dgm:pt modelId="{B1DF5635-6329-4526-9C63-C58E6A7202BC}" type="pres">
      <dgm:prSet presAssocID="{1478BB93-9F47-4D14-9927-D5852962F07B}" presName="root" presStyleCnt="0">
        <dgm:presLayoutVars>
          <dgm:dir/>
          <dgm:resizeHandles val="exact"/>
        </dgm:presLayoutVars>
      </dgm:prSet>
      <dgm:spPr/>
    </dgm:pt>
    <dgm:pt modelId="{43AB304C-B856-48DF-A041-F0E8865F97E5}" type="pres">
      <dgm:prSet presAssocID="{AE4731A3-6BFF-4A4D-8858-D0539D221F84}" presName="compNode" presStyleCnt="0"/>
      <dgm:spPr/>
    </dgm:pt>
    <dgm:pt modelId="{6DBA0359-06E8-46BA-9B82-E80FB7103C9F}" type="pres">
      <dgm:prSet presAssocID="{AE4731A3-6BFF-4A4D-8858-D0539D221F84}" presName="bgRect" presStyleLbl="bgShp" presStyleIdx="0" presStyleCnt="3"/>
      <dgm:spPr/>
    </dgm:pt>
    <dgm:pt modelId="{A7A01194-7931-403B-A318-D9EFDDF82565}" type="pres">
      <dgm:prSet presAssocID="{AE4731A3-6BFF-4A4D-8858-D0539D221F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E5F7603-0598-4164-8DAC-3354D54A570F}" type="pres">
      <dgm:prSet presAssocID="{AE4731A3-6BFF-4A4D-8858-D0539D221F84}" presName="spaceRect" presStyleCnt="0"/>
      <dgm:spPr/>
    </dgm:pt>
    <dgm:pt modelId="{A3BAF4B4-AC0F-49DA-8057-8E0331E61ECB}" type="pres">
      <dgm:prSet presAssocID="{AE4731A3-6BFF-4A4D-8858-D0539D221F84}" presName="parTx" presStyleLbl="revTx" presStyleIdx="0" presStyleCnt="3">
        <dgm:presLayoutVars>
          <dgm:chMax val="0"/>
          <dgm:chPref val="0"/>
        </dgm:presLayoutVars>
      </dgm:prSet>
      <dgm:spPr/>
    </dgm:pt>
    <dgm:pt modelId="{11C5D977-3BFA-4A4A-8EBD-F7C9E4AA6E62}" type="pres">
      <dgm:prSet presAssocID="{AAD1EA2E-6490-4C60-AD76-6B80C12F2053}" presName="sibTrans" presStyleCnt="0"/>
      <dgm:spPr/>
    </dgm:pt>
    <dgm:pt modelId="{90305098-474C-4CF1-8D51-A95628F3CA06}" type="pres">
      <dgm:prSet presAssocID="{B87D696C-D400-442F-977B-584037661866}" presName="compNode" presStyleCnt="0"/>
      <dgm:spPr/>
    </dgm:pt>
    <dgm:pt modelId="{43EC29E5-00AB-4616-9C1C-C672F7C87399}" type="pres">
      <dgm:prSet presAssocID="{B87D696C-D400-442F-977B-584037661866}" presName="bgRect" presStyleLbl="bgShp" presStyleIdx="1" presStyleCnt="3"/>
      <dgm:spPr/>
    </dgm:pt>
    <dgm:pt modelId="{F743A9DD-EF9A-4589-8817-6C01F73CD9DA}" type="pres">
      <dgm:prSet presAssocID="{B87D696C-D400-442F-977B-58403766186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83DBAE0B-EDFB-4E91-A2E0-A084AFB49B1E}" type="pres">
      <dgm:prSet presAssocID="{B87D696C-D400-442F-977B-584037661866}" presName="spaceRect" presStyleCnt="0"/>
      <dgm:spPr/>
    </dgm:pt>
    <dgm:pt modelId="{C1E53736-11D7-43C8-B1D2-3CA3C5957B21}" type="pres">
      <dgm:prSet presAssocID="{B87D696C-D400-442F-977B-584037661866}" presName="parTx" presStyleLbl="revTx" presStyleIdx="1" presStyleCnt="3">
        <dgm:presLayoutVars>
          <dgm:chMax val="0"/>
          <dgm:chPref val="0"/>
        </dgm:presLayoutVars>
      </dgm:prSet>
      <dgm:spPr/>
    </dgm:pt>
    <dgm:pt modelId="{56CABE28-CA22-4840-84AC-C829B111832C}" type="pres">
      <dgm:prSet presAssocID="{D296288C-CCC2-4A98-A779-5FA0638B7AA2}" presName="sibTrans" presStyleCnt="0"/>
      <dgm:spPr/>
    </dgm:pt>
    <dgm:pt modelId="{23AD9879-3C40-48AD-9979-4E6B318A16CD}" type="pres">
      <dgm:prSet presAssocID="{4CF32A3E-D2CF-4A2D-91C8-0322CAA7CDE7}" presName="compNode" presStyleCnt="0"/>
      <dgm:spPr/>
    </dgm:pt>
    <dgm:pt modelId="{D1D2601B-C228-4F94-9C6D-5C63E7D8E2A0}" type="pres">
      <dgm:prSet presAssocID="{4CF32A3E-D2CF-4A2D-91C8-0322CAA7CDE7}" presName="bgRect" presStyleLbl="bgShp" presStyleIdx="2" presStyleCnt="3"/>
      <dgm:spPr/>
    </dgm:pt>
    <dgm:pt modelId="{7CB6CDB4-0598-4123-895E-8373D244C403}" type="pres">
      <dgm:prSet presAssocID="{4CF32A3E-D2CF-4A2D-91C8-0322CAA7CD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a"/>
        </a:ext>
      </dgm:extLst>
    </dgm:pt>
    <dgm:pt modelId="{FC1D3700-95D9-4688-B803-70BEA94666E5}" type="pres">
      <dgm:prSet presAssocID="{4CF32A3E-D2CF-4A2D-91C8-0322CAA7CDE7}" presName="spaceRect" presStyleCnt="0"/>
      <dgm:spPr/>
    </dgm:pt>
    <dgm:pt modelId="{92A4C575-4662-4B41-AC51-CC19DAEDAD19}" type="pres">
      <dgm:prSet presAssocID="{4CF32A3E-D2CF-4A2D-91C8-0322CAA7CDE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5607D2B-9680-4C82-94F8-1BCF4F814F24}" srcId="{1478BB93-9F47-4D14-9927-D5852962F07B}" destId="{B87D696C-D400-442F-977B-584037661866}" srcOrd="1" destOrd="0" parTransId="{2108558D-E09F-4EC4-918E-69A72DDE216F}" sibTransId="{D296288C-CCC2-4A98-A779-5FA0638B7AA2}"/>
    <dgm:cxn modelId="{53625772-0A2C-45D9-B92A-D5DFC2A2A3FE}" type="presOf" srcId="{AE4731A3-6BFF-4A4D-8858-D0539D221F84}" destId="{A3BAF4B4-AC0F-49DA-8057-8E0331E61ECB}" srcOrd="0" destOrd="0" presId="urn:microsoft.com/office/officeart/2018/2/layout/IconVerticalSolidList"/>
    <dgm:cxn modelId="{CAEA8F91-F192-4D92-9385-7645C3DAC448}" type="presOf" srcId="{1478BB93-9F47-4D14-9927-D5852962F07B}" destId="{B1DF5635-6329-4526-9C63-C58E6A7202BC}" srcOrd="0" destOrd="0" presId="urn:microsoft.com/office/officeart/2018/2/layout/IconVerticalSolidList"/>
    <dgm:cxn modelId="{E2C89A9E-4DC2-46A8-97D7-DEEBE4C33155}" srcId="{1478BB93-9F47-4D14-9927-D5852962F07B}" destId="{AE4731A3-6BFF-4A4D-8858-D0539D221F84}" srcOrd="0" destOrd="0" parTransId="{E7FA2931-6EB9-4F7C-817A-CE21DD75097C}" sibTransId="{AAD1EA2E-6490-4C60-AD76-6B80C12F2053}"/>
    <dgm:cxn modelId="{CBC961E2-4AB4-4BF0-A144-4A513800086C}" srcId="{1478BB93-9F47-4D14-9927-D5852962F07B}" destId="{4CF32A3E-D2CF-4A2D-91C8-0322CAA7CDE7}" srcOrd="2" destOrd="0" parTransId="{4B68DF0A-7EFB-40A1-A5D8-EE7E81D95478}" sibTransId="{9739ABDF-3657-42AC-99FF-9AE9E2B5AD77}"/>
    <dgm:cxn modelId="{E69187E3-0FF7-490E-B233-639465C13BE6}" type="presOf" srcId="{B87D696C-D400-442F-977B-584037661866}" destId="{C1E53736-11D7-43C8-B1D2-3CA3C5957B21}" srcOrd="0" destOrd="0" presId="urn:microsoft.com/office/officeart/2018/2/layout/IconVerticalSolidList"/>
    <dgm:cxn modelId="{3B1044F3-4FA4-47C6-AB23-420925062ABE}" type="presOf" srcId="{4CF32A3E-D2CF-4A2D-91C8-0322CAA7CDE7}" destId="{92A4C575-4662-4B41-AC51-CC19DAEDAD19}" srcOrd="0" destOrd="0" presId="urn:microsoft.com/office/officeart/2018/2/layout/IconVerticalSolidList"/>
    <dgm:cxn modelId="{5CC36341-4F67-45D2-9A33-62BFA2098E54}" type="presParOf" srcId="{B1DF5635-6329-4526-9C63-C58E6A7202BC}" destId="{43AB304C-B856-48DF-A041-F0E8865F97E5}" srcOrd="0" destOrd="0" presId="urn:microsoft.com/office/officeart/2018/2/layout/IconVerticalSolidList"/>
    <dgm:cxn modelId="{3DD9B6FA-5E51-45CF-AD7C-7059138F468C}" type="presParOf" srcId="{43AB304C-B856-48DF-A041-F0E8865F97E5}" destId="{6DBA0359-06E8-46BA-9B82-E80FB7103C9F}" srcOrd="0" destOrd="0" presId="urn:microsoft.com/office/officeart/2018/2/layout/IconVerticalSolidList"/>
    <dgm:cxn modelId="{72765858-FFCE-45FC-9F36-238BA91D4539}" type="presParOf" srcId="{43AB304C-B856-48DF-A041-F0E8865F97E5}" destId="{A7A01194-7931-403B-A318-D9EFDDF82565}" srcOrd="1" destOrd="0" presId="urn:microsoft.com/office/officeart/2018/2/layout/IconVerticalSolidList"/>
    <dgm:cxn modelId="{1404A487-D011-49A0-8895-D5D84C5EE48E}" type="presParOf" srcId="{43AB304C-B856-48DF-A041-F0E8865F97E5}" destId="{9E5F7603-0598-4164-8DAC-3354D54A570F}" srcOrd="2" destOrd="0" presId="urn:microsoft.com/office/officeart/2018/2/layout/IconVerticalSolidList"/>
    <dgm:cxn modelId="{7A12E747-5F72-4061-88FE-9D1F8EBB8CE8}" type="presParOf" srcId="{43AB304C-B856-48DF-A041-F0E8865F97E5}" destId="{A3BAF4B4-AC0F-49DA-8057-8E0331E61ECB}" srcOrd="3" destOrd="0" presId="urn:microsoft.com/office/officeart/2018/2/layout/IconVerticalSolidList"/>
    <dgm:cxn modelId="{945AA82D-553F-41AF-9C89-F8109A91FD5B}" type="presParOf" srcId="{B1DF5635-6329-4526-9C63-C58E6A7202BC}" destId="{11C5D977-3BFA-4A4A-8EBD-F7C9E4AA6E62}" srcOrd="1" destOrd="0" presId="urn:microsoft.com/office/officeart/2018/2/layout/IconVerticalSolidList"/>
    <dgm:cxn modelId="{DE86CB73-D805-4170-BED6-38620A75AE82}" type="presParOf" srcId="{B1DF5635-6329-4526-9C63-C58E6A7202BC}" destId="{90305098-474C-4CF1-8D51-A95628F3CA06}" srcOrd="2" destOrd="0" presId="urn:microsoft.com/office/officeart/2018/2/layout/IconVerticalSolidList"/>
    <dgm:cxn modelId="{CED43B60-97BF-4326-8BD9-480E6F19B674}" type="presParOf" srcId="{90305098-474C-4CF1-8D51-A95628F3CA06}" destId="{43EC29E5-00AB-4616-9C1C-C672F7C87399}" srcOrd="0" destOrd="0" presId="urn:microsoft.com/office/officeart/2018/2/layout/IconVerticalSolidList"/>
    <dgm:cxn modelId="{F5A56A7A-7173-4D9B-BBF0-B74AB890BE7B}" type="presParOf" srcId="{90305098-474C-4CF1-8D51-A95628F3CA06}" destId="{F743A9DD-EF9A-4589-8817-6C01F73CD9DA}" srcOrd="1" destOrd="0" presId="urn:microsoft.com/office/officeart/2018/2/layout/IconVerticalSolidList"/>
    <dgm:cxn modelId="{31D98E1F-EFD0-4A78-B914-23194ED3953A}" type="presParOf" srcId="{90305098-474C-4CF1-8D51-A95628F3CA06}" destId="{83DBAE0B-EDFB-4E91-A2E0-A084AFB49B1E}" srcOrd="2" destOrd="0" presId="urn:microsoft.com/office/officeart/2018/2/layout/IconVerticalSolidList"/>
    <dgm:cxn modelId="{D9A9BC81-AF14-4FB2-9D0D-BC0BBB528395}" type="presParOf" srcId="{90305098-474C-4CF1-8D51-A95628F3CA06}" destId="{C1E53736-11D7-43C8-B1D2-3CA3C5957B21}" srcOrd="3" destOrd="0" presId="urn:microsoft.com/office/officeart/2018/2/layout/IconVerticalSolidList"/>
    <dgm:cxn modelId="{371BBE36-9AD6-4CE6-B434-D0C8239DC95C}" type="presParOf" srcId="{B1DF5635-6329-4526-9C63-C58E6A7202BC}" destId="{56CABE28-CA22-4840-84AC-C829B111832C}" srcOrd="3" destOrd="0" presId="urn:microsoft.com/office/officeart/2018/2/layout/IconVerticalSolidList"/>
    <dgm:cxn modelId="{A65CB326-6996-4144-B483-C528EABB4014}" type="presParOf" srcId="{B1DF5635-6329-4526-9C63-C58E6A7202BC}" destId="{23AD9879-3C40-48AD-9979-4E6B318A16CD}" srcOrd="4" destOrd="0" presId="urn:microsoft.com/office/officeart/2018/2/layout/IconVerticalSolidList"/>
    <dgm:cxn modelId="{C0B23F01-4B59-466C-9040-BDFC6CADE5A3}" type="presParOf" srcId="{23AD9879-3C40-48AD-9979-4E6B318A16CD}" destId="{D1D2601B-C228-4F94-9C6D-5C63E7D8E2A0}" srcOrd="0" destOrd="0" presId="urn:microsoft.com/office/officeart/2018/2/layout/IconVerticalSolidList"/>
    <dgm:cxn modelId="{30DC2D82-8817-4FCF-9C82-2F539D532114}" type="presParOf" srcId="{23AD9879-3C40-48AD-9979-4E6B318A16CD}" destId="{7CB6CDB4-0598-4123-895E-8373D244C403}" srcOrd="1" destOrd="0" presId="urn:microsoft.com/office/officeart/2018/2/layout/IconVerticalSolidList"/>
    <dgm:cxn modelId="{F443B440-637B-41FB-A839-625953A64341}" type="presParOf" srcId="{23AD9879-3C40-48AD-9979-4E6B318A16CD}" destId="{FC1D3700-95D9-4688-B803-70BEA94666E5}" srcOrd="2" destOrd="0" presId="urn:microsoft.com/office/officeart/2018/2/layout/IconVerticalSolidList"/>
    <dgm:cxn modelId="{4E94BE1F-B5C5-4076-A164-88884A4C3A40}" type="presParOf" srcId="{23AD9879-3C40-48AD-9979-4E6B318A16CD}" destId="{92A4C575-4662-4B41-AC51-CC19DAEDAD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FEDFC-F01D-4AB4-9033-99BD308EB85C}">
      <dsp:nvSpPr>
        <dsp:cNvPr id="0" name=""/>
        <dsp:cNvSpPr/>
      </dsp:nvSpPr>
      <dsp:spPr>
        <a:xfrm>
          <a:off x="666724" y="196068"/>
          <a:ext cx="2024437" cy="2024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16FEBD-1B90-4F11-A214-87376CFBD98A}">
      <dsp:nvSpPr>
        <dsp:cNvPr id="0" name=""/>
        <dsp:cNvSpPr/>
      </dsp:nvSpPr>
      <dsp:spPr>
        <a:xfrm>
          <a:off x="1098162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A0E24-4BBB-4E14-A608-7036307938D4}">
      <dsp:nvSpPr>
        <dsp:cNvPr id="0" name=""/>
        <dsp:cNvSpPr/>
      </dsp:nvSpPr>
      <dsp:spPr>
        <a:xfrm>
          <a:off x="19568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1700" b="0" i="0" kern="1200" baseline="0"/>
            <a:t>Docker es una plataforma para ejecutar aplicaciones en contenedores</a:t>
          </a:r>
          <a:endParaRPr lang="en-US" sz="1700" kern="1200"/>
        </a:p>
      </dsp:txBody>
      <dsp:txXfrm>
        <a:off x="19568" y="2851069"/>
        <a:ext cx="3318750" cy="720000"/>
      </dsp:txXfrm>
    </dsp:sp>
    <dsp:sp modelId="{AC448EE1-347B-49FB-99D0-2333BB950373}">
      <dsp:nvSpPr>
        <dsp:cNvPr id="0" name=""/>
        <dsp:cNvSpPr/>
      </dsp:nvSpPr>
      <dsp:spPr>
        <a:xfrm>
          <a:off x="4566256" y="196068"/>
          <a:ext cx="2024437" cy="2024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7C4CC-0357-4685-BE5A-4F5E83C2E89C}">
      <dsp:nvSpPr>
        <dsp:cNvPr id="0" name=""/>
        <dsp:cNvSpPr/>
      </dsp:nvSpPr>
      <dsp:spPr>
        <a:xfrm>
          <a:off x="4997693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7804D-9E99-44B6-B2CD-C146ABEF4443}">
      <dsp:nvSpPr>
        <dsp:cNvPr id="0" name=""/>
        <dsp:cNvSpPr/>
      </dsp:nvSpPr>
      <dsp:spPr>
        <a:xfrm>
          <a:off x="3919100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1700" b="0" i="0" kern="1200" baseline="0"/>
            <a:t>Permite empaquetar una aplicación con todo lo que necesita para funcionar</a:t>
          </a:r>
          <a:endParaRPr lang="en-US" sz="1700" kern="1200"/>
        </a:p>
      </dsp:txBody>
      <dsp:txXfrm>
        <a:off x="3919100" y="2851069"/>
        <a:ext cx="3318750" cy="720000"/>
      </dsp:txXfrm>
    </dsp:sp>
    <dsp:sp modelId="{E58C8A2A-5665-449C-AA13-5A44092B7402}">
      <dsp:nvSpPr>
        <dsp:cNvPr id="0" name=""/>
        <dsp:cNvSpPr/>
      </dsp:nvSpPr>
      <dsp:spPr>
        <a:xfrm>
          <a:off x="8465787" y="196068"/>
          <a:ext cx="2024437" cy="2024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B5E54-2C7C-4AEC-B618-867EAB075597}">
      <dsp:nvSpPr>
        <dsp:cNvPr id="0" name=""/>
        <dsp:cNvSpPr/>
      </dsp:nvSpPr>
      <dsp:spPr>
        <a:xfrm>
          <a:off x="8897225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42B89-69EC-44BD-A70D-81CFD68FC295}">
      <dsp:nvSpPr>
        <dsp:cNvPr id="0" name=""/>
        <dsp:cNvSpPr/>
      </dsp:nvSpPr>
      <dsp:spPr>
        <a:xfrm>
          <a:off x="7818631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1700" b="0" i="0" kern="1200" baseline="0"/>
            <a:t>Garantiza que la aplicación se ejecute igual en cualquier entorno</a:t>
          </a:r>
          <a:endParaRPr lang="en-US" sz="1700" kern="1200"/>
        </a:p>
      </dsp:txBody>
      <dsp:txXfrm>
        <a:off x="7818631" y="2851069"/>
        <a:ext cx="33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762C0-9ACE-4CC8-9406-41F3FF58EB38}">
      <dsp:nvSpPr>
        <dsp:cNvPr id="0" name=""/>
        <dsp:cNvSpPr/>
      </dsp:nvSpPr>
      <dsp:spPr>
        <a:xfrm>
          <a:off x="0" y="639"/>
          <a:ext cx="7488936" cy="14966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62FE1-5080-4C65-B610-9EA15DFC1737}">
      <dsp:nvSpPr>
        <dsp:cNvPr id="0" name=""/>
        <dsp:cNvSpPr/>
      </dsp:nvSpPr>
      <dsp:spPr>
        <a:xfrm>
          <a:off x="452732" y="337383"/>
          <a:ext cx="823150" cy="82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0D593B-6A61-4BA8-AA2F-509073158A12}">
      <dsp:nvSpPr>
        <dsp:cNvPr id="0" name=""/>
        <dsp:cNvSpPr/>
      </dsp:nvSpPr>
      <dsp:spPr>
        <a:xfrm>
          <a:off x="1728616" y="639"/>
          <a:ext cx="5760319" cy="149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394" tIns="158394" rIns="158394" bIns="1583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b="0" i="0" kern="1200" baseline="0"/>
            <a:t>Diferentes sistemas operativos (Windows, Linux, Mac)</a:t>
          </a:r>
          <a:endParaRPr lang="en-US" sz="2500" kern="1200"/>
        </a:p>
      </dsp:txBody>
      <dsp:txXfrm>
        <a:off x="1728616" y="639"/>
        <a:ext cx="5760319" cy="1496637"/>
      </dsp:txXfrm>
    </dsp:sp>
    <dsp:sp modelId="{BC32AEA9-F573-4C6B-8DDA-A6B609BD31CE}">
      <dsp:nvSpPr>
        <dsp:cNvPr id="0" name=""/>
        <dsp:cNvSpPr/>
      </dsp:nvSpPr>
      <dsp:spPr>
        <a:xfrm>
          <a:off x="0" y="1871437"/>
          <a:ext cx="7488936" cy="14966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282A1-7B40-4E95-8531-D7D50A7DE86B}">
      <dsp:nvSpPr>
        <dsp:cNvPr id="0" name=""/>
        <dsp:cNvSpPr/>
      </dsp:nvSpPr>
      <dsp:spPr>
        <a:xfrm>
          <a:off x="452732" y="2208180"/>
          <a:ext cx="823150" cy="82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F1652-1262-4EE1-9E0B-FAA45EA323E3}">
      <dsp:nvSpPr>
        <dsp:cNvPr id="0" name=""/>
        <dsp:cNvSpPr/>
      </dsp:nvSpPr>
      <dsp:spPr>
        <a:xfrm>
          <a:off x="1728616" y="1871437"/>
          <a:ext cx="5760319" cy="149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394" tIns="158394" rIns="158394" bIns="1583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b="0" i="0" kern="1200" baseline="0"/>
            <a:t>Diferentes versiones de software</a:t>
          </a:r>
          <a:endParaRPr lang="en-US" sz="2500" kern="1200"/>
        </a:p>
      </dsp:txBody>
      <dsp:txXfrm>
        <a:off x="1728616" y="1871437"/>
        <a:ext cx="5760319" cy="1496637"/>
      </dsp:txXfrm>
    </dsp:sp>
    <dsp:sp modelId="{C118D927-437B-4EDD-8B8F-8DDB6A08C8E4}">
      <dsp:nvSpPr>
        <dsp:cNvPr id="0" name=""/>
        <dsp:cNvSpPr/>
      </dsp:nvSpPr>
      <dsp:spPr>
        <a:xfrm>
          <a:off x="0" y="3742234"/>
          <a:ext cx="7488936" cy="14966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227C7-A02B-4F92-8404-9D546866A612}">
      <dsp:nvSpPr>
        <dsp:cNvPr id="0" name=""/>
        <dsp:cNvSpPr/>
      </dsp:nvSpPr>
      <dsp:spPr>
        <a:xfrm>
          <a:off x="452732" y="4078978"/>
          <a:ext cx="823150" cy="82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BC5FA-91D8-402B-AC38-5980725104E6}">
      <dsp:nvSpPr>
        <dsp:cNvPr id="0" name=""/>
        <dsp:cNvSpPr/>
      </dsp:nvSpPr>
      <dsp:spPr>
        <a:xfrm>
          <a:off x="1728616" y="3742234"/>
          <a:ext cx="5760319" cy="149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394" tIns="158394" rIns="158394" bIns="1583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b="0" i="0" kern="1200" baseline="0"/>
            <a:t>Instalaciones manuales y errores de configuración</a:t>
          </a:r>
          <a:endParaRPr lang="en-US" sz="2500" kern="1200"/>
        </a:p>
      </dsp:txBody>
      <dsp:txXfrm>
        <a:off x="1728616" y="3742234"/>
        <a:ext cx="5760319" cy="14966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0DC80-6B1B-4AC6-AE6A-85B1258198EB}">
      <dsp:nvSpPr>
        <dsp:cNvPr id="0" name=""/>
        <dsp:cNvSpPr/>
      </dsp:nvSpPr>
      <dsp:spPr>
        <a:xfrm>
          <a:off x="0" y="0"/>
          <a:ext cx="2714624" cy="37671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43" tIns="330200" rIns="2116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/>
            <a:t>Una imagen es un paquete listo para usar</a:t>
          </a:r>
          <a:endParaRPr lang="en-US" sz="2600" kern="1200"/>
        </a:p>
      </dsp:txBody>
      <dsp:txXfrm>
        <a:off x="0" y="1431512"/>
        <a:ext cx="2714624" cy="2260282"/>
      </dsp:txXfrm>
    </dsp:sp>
    <dsp:sp modelId="{93D93EEB-7F51-4EBB-A376-465DDB47C74B}">
      <dsp:nvSpPr>
        <dsp:cNvPr id="0" name=""/>
        <dsp:cNvSpPr/>
      </dsp:nvSpPr>
      <dsp:spPr>
        <a:xfrm>
          <a:off x="792241" y="376713"/>
          <a:ext cx="1130141" cy="1130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10" tIns="12700" rIns="8811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957746" y="542218"/>
        <a:ext cx="799131" cy="799131"/>
      </dsp:txXfrm>
    </dsp:sp>
    <dsp:sp modelId="{612B3396-4B10-49C0-9165-365641818796}">
      <dsp:nvSpPr>
        <dsp:cNvPr id="0" name=""/>
        <dsp:cNvSpPr/>
      </dsp:nvSpPr>
      <dsp:spPr>
        <a:xfrm>
          <a:off x="0" y="3767066"/>
          <a:ext cx="271462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57BF6-1FB7-43BC-9354-F6744390F40F}">
      <dsp:nvSpPr>
        <dsp:cNvPr id="0" name=""/>
        <dsp:cNvSpPr/>
      </dsp:nvSpPr>
      <dsp:spPr>
        <a:xfrm>
          <a:off x="2986087" y="0"/>
          <a:ext cx="2714624" cy="376713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43" tIns="330200" rIns="2116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/>
            <a:t>Contiene el sistema base y el software necesario</a:t>
          </a:r>
          <a:endParaRPr lang="en-US" sz="2600" kern="1200"/>
        </a:p>
      </dsp:txBody>
      <dsp:txXfrm>
        <a:off x="2986087" y="1431512"/>
        <a:ext cx="2714624" cy="2260282"/>
      </dsp:txXfrm>
    </dsp:sp>
    <dsp:sp modelId="{740D0048-D752-47C3-94E4-C614290678A9}">
      <dsp:nvSpPr>
        <dsp:cNvPr id="0" name=""/>
        <dsp:cNvSpPr/>
      </dsp:nvSpPr>
      <dsp:spPr>
        <a:xfrm>
          <a:off x="3778329" y="376713"/>
          <a:ext cx="1130141" cy="1130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10" tIns="12700" rIns="8811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943834" y="542218"/>
        <a:ext cx="799131" cy="799131"/>
      </dsp:txXfrm>
    </dsp:sp>
    <dsp:sp modelId="{CF56F328-4CC6-4ABF-AF8D-381BB7198E74}">
      <dsp:nvSpPr>
        <dsp:cNvPr id="0" name=""/>
        <dsp:cNvSpPr/>
      </dsp:nvSpPr>
      <dsp:spPr>
        <a:xfrm>
          <a:off x="2986087" y="3767066"/>
          <a:ext cx="271462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114C8-59F9-4B62-8AA6-3CB13E642DBA}">
      <dsp:nvSpPr>
        <dsp:cNvPr id="0" name=""/>
        <dsp:cNvSpPr/>
      </dsp:nvSpPr>
      <dsp:spPr>
        <a:xfrm>
          <a:off x="5972174" y="0"/>
          <a:ext cx="2714624" cy="376713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43" tIns="330200" rIns="2116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/>
            <a:t>Sirve como base para crear contenedores</a:t>
          </a:r>
          <a:endParaRPr lang="en-US" sz="2600" kern="1200"/>
        </a:p>
      </dsp:txBody>
      <dsp:txXfrm>
        <a:off x="5972174" y="1431512"/>
        <a:ext cx="2714624" cy="2260282"/>
      </dsp:txXfrm>
    </dsp:sp>
    <dsp:sp modelId="{D84B0FDD-0939-47CA-93A8-9D2986A975C4}">
      <dsp:nvSpPr>
        <dsp:cNvPr id="0" name=""/>
        <dsp:cNvSpPr/>
      </dsp:nvSpPr>
      <dsp:spPr>
        <a:xfrm>
          <a:off x="6764416" y="376713"/>
          <a:ext cx="1130141" cy="113014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110" tIns="12700" rIns="8811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929921" y="542218"/>
        <a:ext cx="799131" cy="799131"/>
      </dsp:txXfrm>
    </dsp:sp>
    <dsp:sp modelId="{4219D893-B30D-4DC7-A1FC-DC894ACB6441}">
      <dsp:nvSpPr>
        <dsp:cNvPr id="0" name=""/>
        <dsp:cNvSpPr/>
      </dsp:nvSpPr>
      <dsp:spPr>
        <a:xfrm>
          <a:off x="5972174" y="3767066"/>
          <a:ext cx="271462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2C6A18-FB51-4285-A419-89C53E2C9C02}">
      <dsp:nvSpPr>
        <dsp:cNvPr id="0" name=""/>
        <dsp:cNvSpPr/>
      </dsp:nvSpPr>
      <dsp:spPr>
        <a:xfrm>
          <a:off x="666724" y="196068"/>
          <a:ext cx="2024437" cy="2024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B6ACF2-ECB4-4930-8424-A1ABA5F6043B}">
      <dsp:nvSpPr>
        <dsp:cNvPr id="0" name=""/>
        <dsp:cNvSpPr/>
      </dsp:nvSpPr>
      <dsp:spPr>
        <a:xfrm>
          <a:off x="1098162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15FC8-D529-4E94-8B03-712574F15E1F}">
      <dsp:nvSpPr>
        <dsp:cNvPr id="0" name=""/>
        <dsp:cNvSpPr/>
      </dsp:nvSpPr>
      <dsp:spPr>
        <a:xfrm>
          <a:off x="19568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2200" b="0" i="0" kern="1200" baseline="0"/>
            <a:t>Sistema operativo base (generalmente Linux)</a:t>
          </a:r>
          <a:endParaRPr lang="en-US" sz="2200" kern="1200"/>
        </a:p>
      </dsp:txBody>
      <dsp:txXfrm>
        <a:off x="19568" y="2851069"/>
        <a:ext cx="3318750" cy="720000"/>
      </dsp:txXfrm>
    </dsp:sp>
    <dsp:sp modelId="{CA86E95F-AFAB-46ED-90AB-8CD10C2C584C}">
      <dsp:nvSpPr>
        <dsp:cNvPr id="0" name=""/>
        <dsp:cNvSpPr/>
      </dsp:nvSpPr>
      <dsp:spPr>
        <a:xfrm>
          <a:off x="4566256" y="196068"/>
          <a:ext cx="2024437" cy="2024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73A06B-415B-4BF2-A5C9-766D1399C3FA}">
      <dsp:nvSpPr>
        <dsp:cNvPr id="0" name=""/>
        <dsp:cNvSpPr/>
      </dsp:nvSpPr>
      <dsp:spPr>
        <a:xfrm>
          <a:off x="4997693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4A2A6-F2A1-41C3-9586-58E68DEC6BD2}">
      <dsp:nvSpPr>
        <dsp:cNvPr id="0" name=""/>
        <dsp:cNvSpPr/>
      </dsp:nvSpPr>
      <dsp:spPr>
        <a:xfrm>
          <a:off x="3919100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2200" b="0" i="0" kern="1200" baseline="0"/>
            <a:t>Software (Node, Mongo, Python, etc.)</a:t>
          </a:r>
          <a:endParaRPr lang="en-US" sz="2200" kern="1200"/>
        </a:p>
      </dsp:txBody>
      <dsp:txXfrm>
        <a:off x="3919100" y="2851069"/>
        <a:ext cx="3318750" cy="720000"/>
      </dsp:txXfrm>
    </dsp:sp>
    <dsp:sp modelId="{25223480-6740-46EC-A847-699505EDB474}">
      <dsp:nvSpPr>
        <dsp:cNvPr id="0" name=""/>
        <dsp:cNvSpPr/>
      </dsp:nvSpPr>
      <dsp:spPr>
        <a:xfrm>
          <a:off x="8465787" y="196068"/>
          <a:ext cx="2024437" cy="2024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A31B8C-7E1D-4EB1-8FB7-ECC4BC8C1C34}">
      <dsp:nvSpPr>
        <dsp:cNvPr id="0" name=""/>
        <dsp:cNvSpPr/>
      </dsp:nvSpPr>
      <dsp:spPr>
        <a:xfrm>
          <a:off x="8897225" y="627506"/>
          <a:ext cx="1161562" cy="1161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C8FFB-9D6C-42E3-8B80-A0F68A313DE3}">
      <dsp:nvSpPr>
        <dsp:cNvPr id="0" name=""/>
        <dsp:cNvSpPr/>
      </dsp:nvSpPr>
      <dsp:spPr>
        <a:xfrm>
          <a:off x="7818631" y="2851069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C" sz="2200" b="0" i="0" kern="1200" baseline="0"/>
            <a:t>Configuración básica</a:t>
          </a:r>
          <a:endParaRPr lang="en-US" sz="2200" kern="1200"/>
        </a:p>
      </dsp:txBody>
      <dsp:txXfrm>
        <a:off x="7818631" y="2851069"/>
        <a:ext cx="33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F5084-F849-4EE1-BF91-AECBF8B14864}">
      <dsp:nvSpPr>
        <dsp:cNvPr id="0" name=""/>
        <dsp:cNvSpPr/>
      </dsp:nvSpPr>
      <dsp:spPr>
        <a:xfrm>
          <a:off x="0" y="2174"/>
          <a:ext cx="7488936" cy="1102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23E09-D2A4-4631-8E68-C3633E8902D6}">
      <dsp:nvSpPr>
        <dsp:cNvPr id="0" name=""/>
        <dsp:cNvSpPr/>
      </dsp:nvSpPr>
      <dsp:spPr>
        <a:xfrm>
          <a:off x="333397" y="250155"/>
          <a:ext cx="606176" cy="6061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9327DE-CA8E-4394-A246-0005B7D3AD8C}">
      <dsp:nvSpPr>
        <dsp:cNvPr id="0" name=""/>
        <dsp:cNvSpPr/>
      </dsp:nvSpPr>
      <dsp:spPr>
        <a:xfrm>
          <a:off x="1272971" y="2174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200" b="0" i="0" kern="1200" baseline="0"/>
            <a:t>node:18</a:t>
          </a:r>
          <a:endParaRPr lang="en-US" sz="2200" kern="1200"/>
        </a:p>
      </dsp:txBody>
      <dsp:txXfrm>
        <a:off x="1272971" y="2174"/>
        <a:ext cx="6215964" cy="1102139"/>
      </dsp:txXfrm>
    </dsp:sp>
    <dsp:sp modelId="{435A13BC-1452-40EB-ADB9-BCCD32770F57}">
      <dsp:nvSpPr>
        <dsp:cNvPr id="0" name=""/>
        <dsp:cNvSpPr/>
      </dsp:nvSpPr>
      <dsp:spPr>
        <a:xfrm>
          <a:off x="0" y="1379849"/>
          <a:ext cx="7488936" cy="1102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797ED4-5245-47C9-9524-2439C7216D82}">
      <dsp:nvSpPr>
        <dsp:cNvPr id="0" name=""/>
        <dsp:cNvSpPr/>
      </dsp:nvSpPr>
      <dsp:spPr>
        <a:xfrm>
          <a:off x="333397" y="1627830"/>
          <a:ext cx="606176" cy="6061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2D873-C364-473C-895B-FF34A7F1FA1B}">
      <dsp:nvSpPr>
        <dsp:cNvPr id="0" name=""/>
        <dsp:cNvSpPr/>
      </dsp:nvSpPr>
      <dsp:spPr>
        <a:xfrm>
          <a:off x="1272971" y="1379849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200" b="0" i="0" kern="1200" baseline="0"/>
            <a:t>mongo</a:t>
          </a:r>
          <a:endParaRPr lang="en-US" sz="2200" kern="1200"/>
        </a:p>
      </dsp:txBody>
      <dsp:txXfrm>
        <a:off x="1272971" y="1379849"/>
        <a:ext cx="6215964" cy="1102139"/>
      </dsp:txXfrm>
    </dsp:sp>
    <dsp:sp modelId="{A2E17570-6D05-4905-B850-33418CC908A8}">
      <dsp:nvSpPr>
        <dsp:cNvPr id="0" name=""/>
        <dsp:cNvSpPr/>
      </dsp:nvSpPr>
      <dsp:spPr>
        <a:xfrm>
          <a:off x="0" y="2757523"/>
          <a:ext cx="7488936" cy="1102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D86D74-9154-47A9-8CF6-1345E1F52EE1}">
      <dsp:nvSpPr>
        <dsp:cNvPr id="0" name=""/>
        <dsp:cNvSpPr/>
      </dsp:nvSpPr>
      <dsp:spPr>
        <a:xfrm>
          <a:off x="333397" y="3005504"/>
          <a:ext cx="606176" cy="6061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6C133D-42F1-4E62-BD17-9078640E7DD4}">
      <dsp:nvSpPr>
        <dsp:cNvPr id="0" name=""/>
        <dsp:cNvSpPr/>
      </dsp:nvSpPr>
      <dsp:spPr>
        <a:xfrm>
          <a:off x="1272971" y="2757523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200" b="0" i="0" kern="1200" baseline="0"/>
            <a:t>postgres</a:t>
          </a:r>
          <a:endParaRPr lang="en-US" sz="2200" kern="1200"/>
        </a:p>
      </dsp:txBody>
      <dsp:txXfrm>
        <a:off x="1272971" y="2757523"/>
        <a:ext cx="6215964" cy="1102139"/>
      </dsp:txXfrm>
    </dsp:sp>
    <dsp:sp modelId="{312DE430-5A58-4F2E-8EB8-7B44CC7AD93F}">
      <dsp:nvSpPr>
        <dsp:cNvPr id="0" name=""/>
        <dsp:cNvSpPr/>
      </dsp:nvSpPr>
      <dsp:spPr>
        <a:xfrm>
          <a:off x="0" y="4135197"/>
          <a:ext cx="7488936" cy="1102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0146DE-6379-4B6C-A5CF-BABF9F369447}">
      <dsp:nvSpPr>
        <dsp:cNvPr id="0" name=""/>
        <dsp:cNvSpPr/>
      </dsp:nvSpPr>
      <dsp:spPr>
        <a:xfrm>
          <a:off x="333397" y="4383179"/>
          <a:ext cx="606176" cy="6061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27D46-6B71-47ED-90FF-D37372BAD2BE}">
      <dsp:nvSpPr>
        <dsp:cNvPr id="0" name=""/>
        <dsp:cNvSpPr/>
      </dsp:nvSpPr>
      <dsp:spPr>
        <a:xfrm>
          <a:off x="1272971" y="4135197"/>
          <a:ext cx="6215964" cy="1102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43" tIns="116643" rIns="116643" bIns="11664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200" b="0" i="0" kern="1200" baseline="0"/>
            <a:t>python</a:t>
          </a:r>
          <a:endParaRPr lang="en-US" sz="2200" kern="1200"/>
        </a:p>
      </dsp:txBody>
      <dsp:txXfrm>
        <a:off x="1272971" y="4135197"/>
        <a:ext cx="6215964" cy="11021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C3EC0-5171-4255-AA10-4765331C52FD}">
      <dsp:nvSpPr>
        <dsp:cNvPr id="0" name=""/>
        <dsp:cNvSpPr/>
      </dsp:nvSpPr>
      <dsp:spPr>
        <a:xfrm rot="5400000">
          <a:off x="3137886" y="121394"/>
          <a:ext cx="1857035" cy="1615620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Un contenedor es una instancia de una imagen</a:t>
          </a:r>
          <a:endParaRPr lang="en-US" sz="1400" kern="1200"/>
        </a:p>
      </dsp:txBody>
      <dsp:txXfrm rot="-5400000">
        <a:off x="3510360" y="290075"/>
        <a:ext cx="1112086" cy="1278259"/>
      </dsp:txXfrm>
    </dsp:sp>
    <dsp:sp modelId="{D35E6F0F-2A2D-4AB3-AEC4-CB959F524EBA}">
      <dsp:nvSpPr>
        <dsp:cNvPr id="0" name=""/>
        <dsp:cNvSpPr/>
      </dsp:nvSpPr>
      <dsp:spPr>
        <a:xfrm>
          <a:off x="4923240" y="372093"/>
          <a:ext cx="2072451" cy="1114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146C2C-4224-4773-8F4E-0C2E6781EC54}">
      <dsp:nvSpPr>
        <dsp:cNvPr id="0" name=""/>
        <dsp:cNvSpPr/>
      </dsp:nvSpPr>
      <dsp:spPr>
        <a:xfrm rot="5400000">
          <a:off x="1393016" y="121394"/>
          <a:ext cx="1857035" cy="1615620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765490" y="290075"/>
        <a:ext cx="1112086" cy="1278259"/>
      </dsp:txXfrm>
    </dsp:sp>
    <dsp:sp modelId="{8A079B2B-730B-4781-93FD-26FB62E61E2A}">
      <dsp:nvSpPr>
        <dsp:cNvPr id="0" name=""/>
        <dsp:cNvSpPr/>
      </dsp:nvSpPr>
      <dsp:spPr>
        <a:xfrm rot="5400000">
          <a:off x="2262108" y="1697645"/>
          <a:ext cx="1857035" cy="1615620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Es donde la aplicación se ejecuta</a:t>
          </a:r>
          <a:endParaRPr lang="en-US" sz="1400" kern="1200"/>
        </a:p>
      </dsp:txBody>
      <dsp:txXfrm rot="-5400000">
        <a:off x="2634582" y="1866326"/>
        <a:ext cx="1112086" cy="1278259"/>
      </dsp:txXfrm>
    </dsp:sp>
    <dsp:sp modelId="{67B2B679-8963-4D69-881A-CB85CA41A1A5}">
      <dsp:nvSpPr>
        <dsp:cNvPr id="0" name=""/>
        <dsp:cNvSpPr/>
      </dsp:nvSpPr>
      <dsp:spPr>
        <a:xfrm>
          <a:off x="310364" y="1948345"/>
          <a:ext cx="2005597" cy="1114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D18E2C-5F08-4B6E-8676-F34B8F03C6FD}">
      <dsp:nvSpPr>
        <dsp:cNvPr id="0" name=""/>
        <dsp:cNvSpPr/>
      </dsp:nvSpPr>
      <dsp:spPr>
        <a:xfrm rot="5400000">
          <a:off x="4006978" y="1697645"/>
          <a:ext cx="1857035" cy="1615620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379452" y="1866326"/>
        <a:ext cx="1112086" cy="1278259"/>
      </dsp:txXfrm>
    </dsp:sp>
    <dsp:sp modelId="{7F9F0469-E6C5-4A5C-A0D2-742934A753B5}">
      <dsp:nvSpPr>
        <dsp:cNvPr id="0" name=""/>
        <dsp:cNvSpPr/>
      </dsp:nvSpPr>
      <dsp:spPr>
        <a:xfrm rot="5400000">
          <a:off x="3137886" y="3273897"/>
          <a:ext cx="1857035" cy="1615620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Se crea a partir de una imagen</a:t>
          </a:r>
          <a:endParaRPr lang="en-US" sz="1400" kern="1200"/>
        </a:p>
      </dsp:txBody>
      <dsp:txXfrm rot="-5400000">
        <a:off x="3510360" y="3442578"/>
        <a:ext cx="1112086" cy="1278259"/>
      </dsp:txXfrm>
    </dsp:sp>
    <dsp:sp modelId="{6E39D4AC-D884-4320-84DB-11CD4E2945DD}">
      <dsp:nvSpPr>
        <dsp:cNvPr id="0" name=""/>
        <dsp:cNvSpPr/>
      </dsp:nvSpPr>
      <dsp:spPr>
        <a:xfrm>
          <a:off x="4923240" y="3524596"/>
          <a:ext cx="2072451" cy="11142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2CC527-FA35-418A-91DF-D3EEB006D81D}">
      <dsp:nvSpPr>
        <dsp:cNvPr id="0" name=""/>
        <dsp:cNvSpPr/>
      </dsp:nvSpPr>
      <dsp:spPr>
        <a:xfrm rot="5400000">
          <a:off x="1393016" y="3273897"/>
          <a:ext cx="1857035" cy="1615620"/>
        </a:xfrm>
        <a:prstGeom prst="hexagon">
          <a:avLst>
            <a:gd name="adj" fmla="val 2500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765490" y="3442578"/>
        <a:ext cx="1112086" cy="127825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DFE972-A8ED-4042-93C9-5540BBD014F7}">
      <dsp:nvSpPr>
        <dsp:cNvPr id="0" name=""/>
        <dsp:cNvSpPr/>
      </dsp:nvSpPr>
      <dsp:spPr>
        <a:xfrm>
          <a:off x="8159" y="2145299"/>
          <a:ext cx="2438784" cy="14632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Una imagen puede generar muchos contenedores</a:t>
          </a:r>
          <a:endParaRPr lang="es-EC" sz="2200" kern="1200" dirty="0"/>
        </a:p>
      </dsp:txBody>
      <dsp:txXfrm>
        <a:off x="51017" y="2188157"/>
        <a:ext cx="2353068" cy="1377554"/>
      </dsp:txXfrm>
    </dsp:sp>
    <dsp:sp modelId="{6F1118C7-4404-4BF4-8C2F-50BFFDA96218}">
      <dsp:nvSpPr>
        <dsp:cNvPr id="0" name=""/>
        <dsp:cNvSpPr/>
      </dsp:nvSpPr>
      <dsp:spPr>
        <a:xfrm>
          <a:off x="2690822" y="2574525"/>
          <a:ext cx="517022" cy="6048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1800" kern="1200"/>
        </a:p>
      </dsp:txBody>
      <dsp:txXfrm>
        <a:off x="2690822" y="2695489"/>
        <a:ext cx="361915" cy="362890"/>
      </dsp:txXfrm>
    </dsp:sp>
    <dsp:sp modelId="{D2C31D1D-D53F-478C-B979-4C8E9E20F347}">
      <dsp:nvSpPr>
        <dsp:cNvPr id="0" name=""/>
        <dsp:cNvSpPr/>
      </dsp:nvSpPr>
      <dsp:spPr>
        <a:xfrm>
          <a:off x="3422457" y="2145299"/>
          <a:ext cx="2438784" cy="14632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200" kern="1200" dirty="0"/>
            <a:t>Cada contenedor es independiente</a:t>
          </a:r>
        </a:p>
      </dsp:txBody>
      <dsp:txXfrm>
        <a:off x="3465315" y="2188157"/>
        <a:ext cx="2353068" cy="1377554"/>
      </dsp:txXfrm>
    </dsp:sp>
    <dsp:sp modelId="{86EE0B4B-0E0C-4A13-B1CF-9C88728BF47C}">
      <dsp:nvSpPr>
        <dsp:cNvPr id="0" name=""/>
        <dsp:cNvSpPr/>
      </dsp:nvSpPr>
      <dsp:spPr>
        <a:xfrm>
          <a:off x="6105120" y="2574525"/>
          <a:ext cx="517022" cy="6048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1800" kern="1200"/>
        </a:p>
      </dsp:txBody>
      <dsp:txXfrm>
        <a:off x="6105120" y="2695489"/>
        <a:ext cx="361915" cy="362890"/>
      </dsp:txXfrm>
    </dsp:sp>
    <dsp:sp modelId="{5750A063-137D-4665-806A-CB1048C7E0AA}">
      <dsp:nvSpPr>
        <dsp:cNvPr id="0" name=""/>
        <dsp:cNvSpPr/>
      </dsp:nvSpPr>
      <dsp:spPr>
        <a:xfrm>
          <a:off x="6836756" y="2145299"/>
          <a:ext cx="2438784" cy="14632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MX" sz="2200" kern="1200" dirty="0"/>
            <a:t>Todos parten de la misma imagen</a:t>
          </a:r>
          <a:endParaRPr lang="es-EC" sz="2200" kern="1200" dirty="0"/>
        </a:p>
      </dsp:txBody>
      <dsp:txXfrm>
        <a:off x="6879614" y="2188157"/>
        <a:ext cx="2353068" cy="13775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BA0359-06E8-46BA-9B82-E80FB7103C9F}">
      <dsp:nvSpPr>
        <dsp:cNvPr id="0" name=""/>
        <dsp:cNvSpPr/>
      </dsp:nvSpPr>
      <dsp:spPr>
        <a:xfrm>
          <a:off x="0" y="639"/>
          <a:ext cx="7488936" cy="14966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A01194-7931-403B-A318-D9EFDDF82565}">
      <dsp:nvSpPr>
        <dsp:cNvPr id="0" name=""/>
        <dsp:cNvSpPr/>
      </dsp:nvSpPr>
      <dsp:spPr>
        <a:xfrm>
          <a:off x="452732" y="337383"/>
          <a:ext cx="823150" cy="82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AF4B4-AC0F-49DA-8057-8E0331E61ECB}">
      <dsp:nvSpPr>
        <dsp:cNvPr id="0" name=""/>
        <dsp:cNvSpPr/>
      </dsp:nvSpPr>
      <dsp:spPr>
        <a:xfrm>
          <a:off x="1728616" y="639"/>
          <a:ext cx="5760319" cy="149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394" tIns="158394" rIns="158394" bIns="1583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b="0" i="0" kern="1200" baseline="0"/>
            <a:t>La aplicación se ejecuta</a:t>
          </a:r>
          <a:endParaRPr lang="en-US" sz="2500" kern="1200"/>
        </a:p>
      </dsp:txBody>
      <dsp:txXfrm>
        <a:off x="1728616" y="639"/>
        <a:ext cx="5760319" cy="1496637"/>
      </dsp:txXfrm>
    </dsp:sp>
    <dsp:sp modelId="{43EC29E5-00AB-4616-9C1C-C672F7C87399}">
      <dsp:nvSpPr>
        <dsp:cNvPr id="0" name=""/>
        <dsp:cNvSpPr/>
      </dsp:nvSpPr>
      <dsp:spPr>
        <a:xfrm>
          <a:off x="0" y="1871437"/>
          <a:ext cx="7488936" cy="14966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43A9DD-EF9A-4589-8817-6C01F73CD9DA}">
      <dsp:nvSpPr>
        <dsp:cNvPr id="0" name=""/>
        <dsp:cNvSpPr/>
      </dsp:nvSpPr>
      <dsp:spPr>
        <a:xfrm>
          <a:off x="452732" y="2208180"/>
          <a:ext cx="823150" cy="82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53736-11D7-43C8-B1D2-3CA3C5957B21}">
      <dsp:nvSpPr>
        <dsp:cNvPr id="0" name=""/>
        <dsp:cNvSpPr/>
      </dsp:nvSpPr>
      <dsp:spPr>
        <a:xfrm>
          <a:off x="1728616" y="1871437"/>
          <a:ext cx="5760319" cy="149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394" tIns="158394" rIns="158394" bIns="1583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b="0" i="0" kern="1200" baseline="0"/>
            <a:t>Usa las librerías de la imagen</a:t>
          </a:r>
          <a:endParaRPr lang="en-US" sz="2500" kern="1200"/>
        </a:p>
      </dsp:txBody>
      <dsp:txXfrm>
        <a:off x="1728616" y="1871437"/>
        <a:ext cx="5760319" cy="1496637"/>
      </dsp:txXfrm>
    </dsp:sp>
    <dsp:sp modelId="{D1D2601B-C228-4F94-9C6D-5C63E7D8E2A0}">
      <dsp:nvSpPr>
        <dsp:cNvPr id="0" name=""/>
        <dsp:cNvSpPr/>
      </dsp:nvSpPr>
      <dsp:spPr>
        <a:xfrm>
          <a:off x="0" y="3742234"/>
          <a:ext cx="7488936" cy="14966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6CDB4-0598-4123-895E-8373D244C403}">
      <dsp:nvSpPr>
        <dsp:cNvPr id="0" name=""/>
        <dsp:cNvSpPr/>
      </dsp:nvSpPr>
      <dsp:spPr>
        <a:xfrm>
          <a:off x="452732" y="4078978"/>
          <a:ext cx="823150" cy="82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4C575-4662-4B41-AC51-CC19DAEDAD19}">
      <dsp:nvSpPr>
        <dsp:cNvPr id="0" name=""/>
        <dsp:cNvSpPr/>
      </dsp:nvSpPr>
      <dsp:spPr>
        <a:xfrm>
          <a:off x="1728616" y="3742234"/>
          <a:ext cx="5760319" cy="14966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394" tIns="158394" rIns="158394" bIns="1583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500" b="0" i="0" kern="1200" baseline="0"/>
            <a:t>Se comporta como un proceso aislado</a:t>
          </a:r>
          <a:endParaRPr lang="en-US" sz="2500" kern="1200"/>
        </a:p>
      </dsp:txBody>
      <dsp:txXfrm>
        <a:off x="1728616" y="3742234"/>
        <a:ext cx="5760319" cy="14966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2AA67-5845-4C66-A7F7-1071D7BA05C8}" type="datetimeFigureOut">
              <a:rPr lang="es-EC" smtClean="0"/>
              <a:t>16/12/2025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C7FCD-B1CD-401B-BF42-3EB64BF1282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6647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C7FCD-B1CD-401B-BF42-3EB64BF12825}" type="slidenum">
              <a:rPr lang="es-EC" smtClean="0"/>
              <a:t>9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04183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2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18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3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75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62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4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79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5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87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3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9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9CF61A-E328-CF7D-BE23-33CBA888E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4846" y="978407"/>
            <a:ext cx="4358503" cy="3137941"/>
          </a:xfrm>
        </p:spPr>
        <p:txBody>
          <a:bodyPr anchor="t">
            <a:normAutofit/>
          </a:bodyPr>
          <a:lstStyle/>
          <a:p>
            <a:r>
              <a:rPr lang="es-MX" sz="4200"/>
              <a:t>INTRODUCCIÓN DE DOCKER</a:t>
            </a:r>
            <a:endParaRPr lang="es-EC" sz="42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5F97F7-20EB-2176-A43C-4AA412FF4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4782" y="4406267"/>
            <a:ext cx="4358503" cy="1376976"/>
          </a:xfrm>
        </p:spPr>
        <p:txBody>
          <a:bodyPr anchor="b">
            <a:normAutofit/>
          </a:bodyPr>
          <a:lstStyle/>
          <a:p>
            <a:r>
              <a:rPr lang="es-MX" dirty="0"/>
              <a:t>Elaborado por: Ing. Daniel Chávez</a:t>
            </a:r>
            <a:endParaRPr lang="es-EC"/>
          </a:p>
        </p:txBody>
      </p:sp>
      <p:pic>
        <p:nvPicPr>
          <p:cNvPr id="1030" name="Picture 6" descr="swarm - Official Image | Docker Hub">
            <a:extLst>
              <a:ext uri="{FF2B5EF4-FFF2-40B4-BE49-F238E27FC236}">
                <a16:creationId xmlns:a16="http://schemas.microsoft.com/office/drawing/2014/main" id="{B32E0731-3FA5-1482-D7C5-1B9D6E022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" r="6744" b="-2"/>
          <a:stretch>
            <a:fillRect/>
          </a:stretch>
        </p:blipFill>
        <p:spPr bwMode="auto">
          <a:xfrm>
            <a:off x="535521" y="508090"/>
            <a:ext cx="6323740" cy="574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Freeform: Shape 1039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67912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75944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0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EA034E-3ABA-AD71-0BAB-F00B8B65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s-MX"/>
              <a:t>¿Qué es Docker?</a:t>
            </a:r>
            <a:endParaRPr lang="es-EC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FD50A072-9264-3D54-336A-999067D1B1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4117505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3929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52EEC3-EADD-9C18-8DA4-7946DDD4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s-MX" sz="4000"/>
              <a:t>Qué problemas soluciona el Docker?</a:t>
            </a:r>
            <a:endParaRPr lang="es-EC" sz="4000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Rectangle 2">
            <a:extLst>
              <a:ext uri="{FF2B5EF4-FFF2-40B4-BE49-F238E27FC236}">
                <a16:creationId xmlns:a16="http://schemas.microsoft.com/office/drawing/2014/main" id="{0DFEC80C-BFE8-FEFF-FD0D-75A60B5D3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698723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388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6A121D-1BE4-79C0-C64F-C6C41C7E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s-EC" dirty="0"/>
              <a:t>Qué es una Imagen?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Marcador de contenido 2">
            <a:extLst>
              <a:ext uri="{FF2B5EF4-FFF2-40B4-BE49-F238E27FC236}">
                <a16:creationId xmlns:a16="http://schemas.microsoft.com/office/drawing/2014/main" id="{F29E97AA-FD2C-3D3A-FA8C-3C7C4025A1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075891"/>
              </p:ext>
            </p:extLst>
          </p:nvPr>
        </p:nvGraphicFramePr>
        <p:xfrm>
          <a:off x="520700" y="2578100"/>
          <a:ext cx="868680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521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E44774-BC79-991D-CEC6-516B7F9C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s-EC" dirty="0"/>
              <a:t>Qué contiene una imagen?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FD8E4BBF-32B4-9999-F546-B863ACA98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4761404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2603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CA5DE6-1E09-E827-4618-4526E721E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s-EC" sz="4000"/>
              <a:t>Imágenes más comunes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6559955-0330-5268-522B-5928C38843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188869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25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5FA03D-AE38-9CB9-988F-00654296E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s-EC" sz="4000"/>
              <a:t>Qué es un contenedor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5AC49E8-FC9D-0C6D-1680-3F853B106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5488099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0395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65033-3866-0901-0649-6F768032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Relación entre IMAGEN VS CONTENEDOR</a:t>
            </a:r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8FA8603A-831D-BDA8-6E69-EB9154A14C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761431"/>
              </p:ext>
            </p:extLst>
          </p:nvPr>
        </p:nvGraphicFramePr>
        <p:xfrm>
          <a:off x="1304637" y="844357"/>
          <a:ext cx="9283700" cy="5753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958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0AD089-CAB9-CE45-31CB-19EDFFFC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s-EC" sz="4000"/>
              <a:t>Qué pasa dentro de un contenedor?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30AF07EF-F405-6BBA-7C4F-69F049092C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9922361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466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009AB6-76EA-9BEC-FF00-899A04DC1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686800" cy="1463040"/>
          </a:xfrm>
        </p:spPr>
        <p:txBody>
          <a:bodyPr>
            <a:normAutofit/>
          </a:bodyPr>
          <a:lstStyle/>
          <a:p>
            <a:r>
              <a:rPr lang="es-EC" dirty="0"/>
              <a:t>Imagen vs Contenedor</a:t>
            </a:r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981089D9-2B1C-4BAB-B1A0-8E3CEF05AC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9338963"/>
              </p:ext>
            </p:extLst>
          </p:nvPr>
        </p:nvGraphicFramePr>
        <p:xfrm>
          <a:off x="520699" y="2578099"/>
          <a:ext cx="11169074" cy="339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4537">
                  <a:extLst>
                    <a:ext uri="{9D8B030D-6E8A-4147-A177-3AD203B41FA5}">
                      <a16:colId xmlns:a16="http://schemas.microsoft.com/office/drawing/2014/main" val="1640850183"/>
                    </a:ext>
                  </a:extLst>
                </a:gridCol>
                <a:gridCol w="5584537">
                  <a:extLst>
                    <a:ext uri="{9D8B030D-6E8A-4147-A177-3AD203B41FA5}">
                      <a16:colId xmlns:a16="http://schemas.microsoft.com/office/drawing/2014/main" val="2804612341"/>
                    </a:ext>
                  </a:extLst>
                </a:gridCol>
              </a:tblGrid>
              <a:tr h="566112">
                <a:tc>
                  <a:txBody>
                    <a:bodyPr/>
                    <a:lstStyle/>
                    <a:p>
                      <a:pPr algn="l"/>
                      <a:r>
                        <a:rPr lang="es-EC" sz="2000" dirty="0"/>
                        <a:t>Imagen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2000" dirty="0"/>
                        <a:t>Contenedor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888809"/>
                  </a:ext>
                </a:extLst>
              </a:tr>
              <a:tr h="5661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C" sz="2000" dirty="0"/>
                        <a:t>Es una plantilla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C" sz="2000" dirty="0"/>
                        <a:t>Es una instancia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5747927"/>
                  </a:ext>
                </a:extLst>
              </a:tr>
              <a:tr h="5661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C" sz="2000" dirty="0"/>
                        <a:t>No se ejecuta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C" sz="2000" dirty="0"/>
                        <a:t>Está en ejecución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526020"/>
                  </a:ext>
                </a:extLst>
              </a:tr>
              <a:tr h="5661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C" sz="2000" dirty="0"/>
                        <a:t>Es estática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C" sz="2000" dirty="0"/>
                        <a:t>Puede cambiar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312804"/>
                  </a:ext>
                </a:extLst>
              </a:tr>
              <a:tr h="5661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C" sz="2000" dirty="0"/>
                        <a:t>Se descarga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C" sz="2000" dirty="0"/>
                        <a:t>Se crea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561818"/>
                  </a:ext>
                </a:extLst>
              </a:tr>
              <a:tr h="5661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C" sz="2000" dirty="0"/>
                        <a:t>Punto de partida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C" sz="2000" dirty="0"/>
                        <a:t>Aplicación corriendo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15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931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Freeform: Shape 1024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249" name="Freeform: Shape 10248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251" name="Rectangle 10250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7C573E-00DF-DEF3-0303-9B86528A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COMANDOS PRINCIPALES</a:t>
            </a:r>
          </a:p>
        </p:txBody>
      </p:sp>
      <p:sp>
        <p:nvSpPr>
          <p:cNvPr id="10253" name="Freeform: Shape 10252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42" name="Picture 2" descr="GitHub Logo, symbol, meaning, history, PNG, brand">
            <a:extLst>
              <a:ext uri="{FF2B5EF4-FFF2-40B4-BE49-F238E27FC236}">
                <a16:creationId xmlns:a16="http://schemas.microsoft.com/office/drawing/2014/main" id="{19432BD6-2500-8964-EC4D-2D20621C1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37595" y="1416248"/>
            <a:ext cx="7333488" cy="412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5" name="Freeform: Shape 10254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40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12DAB7-8731-55D7-EBCD-290BD315E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9"/>
            <a:ext cx="6126480" cy="1643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LABORATORIO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7">
            <a:extLst>
              <a:ext uri="{FF2B5EF4-FFF2-40B4-BE49-F238E27FC236}">
                <a16:creationId xmlns:a16="http://schemas.microsoft.com/office/drawing/2014/main" id="{E4C7F386-A972-9ED7-C153-F0E50968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8379" y="610900"/>
            <a:ext cx="393922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1749E940-74AC-ABC0-6574-4BCEE29FED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3" b="1"/>
          <a:stretch>
            <a:fillRect/>
          </a:stretch>
        </p:blipFill>
        <p:spPr>
          <a:xfrm>
            <a:off x="517871" y="2867025"/>
            <a:ext cx="11185082" cy="347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5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49e4846-88cf-4894-bf06-ac98d70f27be}" enabled="1" method="Privileged" siteId="{5fd5460a-b425-49de-9bd0-fcd26270d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237</Words>
  <Application>Microsoft Office PowerPoint</Application>
  <PresentationFormat>Panorámica</PresentationFormat>
  <Paragraphs>54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Bierstadt</vt:lpstr>
      <vt:lpstr>GestaltVTI</vt:lpstr>
      <vt:lpstr>INTRODUCCIÓN DE DOCKER</vt:lpstr>
      <vt:lpstr>¿Qué es Docker?</vt:lpstr>
      <vt:lpstr>Qué problemas soluciona el Docker?</vt:lpstr>
      <vt:lpstr>Qué es una Imagen?</vt:lpstr>
      <vt:lpstr>Qué contiene una imagen?</vt:lpstr>
      <vt:lpstr>Imágenes más comunes</vt:lpstr>
      <vt:lpstr>Qué es un contenedor</vt:lpstr>
      <vt:lpstr>Relación entre IMAGEN VS CONTENEDOR</vt:lpstr>
      <vt:lpstr>Qué pasa dentro de un contenedor?</vt:lpstr>
      <vt:lpstr>Imagen vs Contenedor</vt:lpstr>
      <vt:lpstr>COMANDOS PRINCIPALES</vt:lpstr>
      <vt:lpstr>LABORATORIO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Eduardo Chavez Vasquez</dc:creator>
  <cp:lastModifiedBy>Daniel Eduardo Chavez Vasquez</cp:lastModifiedBy>
  <cp:revision>1</cp:revision>
  <dcterms:created xsi:type="dcterms:W3CDTF">2025-12-16T13:25:13Z</dcterms:created>
  <dcterms:modified xsi:type="dcterms:W3CDTF">2025-12-16T14:23:12Z</dcterms:modified>
</cp:coreProperties>
</file>